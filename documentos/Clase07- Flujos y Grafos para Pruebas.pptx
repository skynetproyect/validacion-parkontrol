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1" r:id="rId2"/>
    <p:sldId id="373" r:id="rId3"/>
    <p:sldId id="374" r:id="rId4"/>
    <p:sldId id="379" r:id="rId5"/>
    <p:sldId id="377" r:id="rId6"/>
    <p:sldId id="375" r:id="rId7"/>
    <p:sldId id="380" r:id="rId8"/>
    <p:sldId id="378" r:id="rId9"/>
    <p:sldId id="376" r:id="rId10"/>
    <p:sldId id="259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998"/>
    <p:restoredTop sz="94628"/>
  </p:normalViewPr>
  <p:slideViewPr>
    <p:cSldViewPr>
      <p:cViewPr varScale="1">
        <p:scale>
          <a:sx n="90" d="100"/>
          <a:sy n="90" d="100"/>
        </p:scale>
        <p:origin x="653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39FE1-158E-45EC-B581-84D0C075B0A5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BD412-B683-424A-B022-9DBF11AF83D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18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ADE16FA2-9656-BF4A-9875-F571C12792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23D1283B-10B7-064E-AAFB-4EC586450B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53ADA2E-09BF-6548-B1E6-80BD2EA9B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13BA33E-0F4B-7847-A712-6A2FA6CCD335}" type="slidenum">
              <a:rPr lang="es-ES_tradnl" altLang="es-ES_tradnl" smtClean="0"/>
              <a:pPr/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Marcador de imagen de diapositiva 1">
            <a:extLst>
              <a:ext uri="{FF2B5EF4-FFF2-40B4-BE49-F238E27FC236}">
                <a16:creationId xmlns:a16="http://schemas.microsoft.com/office/drawing/2014/main" id="{82BD881E-150D-4B49-9283-85CE434FA9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Marcador de notas 2">
            <a:extLst>
              <a:ext uri="{FF2B5EF4-FFF2-40B4-BE49-F238E27FC236}">
                <a16:creationId xmlns:a16="http://schemas.microsoft.com/office/drawing/2014/main" id="{88054687-5C54-9D43-8334-4CF54F6E0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68612" name="Marcador de número de diapositiva 3">
            <a:extLst>
              <a:ext uri="{FF2B5EF4-FFF2-40B4-BE49-F238E27FC236}">
                <a16:creationId xmlns:a16="http://schemas.microsoft.com/office/drawing/2014/main" id="{FB407F55-1150-C847-920B-292070AEA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4C73578-01C6-6D4B-B299-89C8470C66EB}" type="slidenum">
              <a:rPr lang="es-ES_tradnl" altLang="es-ES_tradnl" smtClean="0"/>
              <a:pPr/>
              <a:t>10</a:t>
            </a:fld>
            <a:endParaRPr lang="es-ES_tradnl" alt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441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71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92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34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279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656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29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22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9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6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AD4-6AD6-47D3-AF00-9057D02D0A5E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7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n 8">
            <a:extLst>
              <a:ext uri="{FF2B5EF4-FFF2-40B4-BE49-F238E27FC236}">
                <a16:creationId xmlns:a16="http://schemas.microsoft.com/office/drawing/2014/main" id="{A395BFF2-624B-5B43-9CEE-2F8593F63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Gráfico de Flujo para Pruebas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857798" y="803114"/>
            <a:ext cx="7416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El gráfico de flujo del software permite identificar las diferentes rutas que puede tener o que puede tomar un software cuando se esta ejecutando, para esto se define una notación que permite graficar el software y de esta forma definir los diferentes tipos de pruebas, unas de las pruebas que se pueden realizar es el de la ruta más corta, la ruta básica o las rutas alternas.</a:t>
            </a:r>
            <a:endParaRPr lang="en-U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1640352-EB04-0428-E716-BCED25676897}"/>
              </a:ext>
            </a:extLst>
          </p:cNvPr>
          <p:cNvSpPr/>
          <p:nvPr/>
        </p:nvSpPr>
        <p:spPr>
          <a:xfrm>
            <a:off x="467544" y="378903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A621378-FE19-598A-0D91-FC31F9C2B7C3}"/>
              </a:ext>
            </a:extLst>
          </p:cNvPr>
          <p:cNvCxnSpPr/>
          <p:nvPr/>
        </p:nvCxnSpPr>
        <p:spPr>
          <a:xfrm>
            <a:off x="107504" y="400506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64E46CD-36E8-7080-84EF-47E8C37156DF}"/>
              </a:ext>
            </a:extLst>
          </p:cNvPr>
          <p:cNvSpPr/>
          <p:nvPr/>
        </p:nvSpPr>
        <p:spPr>
          <a:xfrm>
            <a:off x="1259632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0CBEA39-E48C-ACB5-796C-31408566D92F}"/>
              </a:ext>
            </a:extLst>
          </p:cNvPr>
          <p:cNvCxnSpPr/>
          <p:nvPr/>
        </p:nvCxnSpPr>
        <p:spPr>
          <a:xfrm>
            <a:off x="899592" y="4005065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AA027B7-DD2B-CE1A-64CB-93F5B675D3CF}"/>
              </a:ext>
            </a:extLst>
          </p:cNvPr>
          <p:cNvSpPr txBox="1"/>
          <p:nvPr/>
        </p:nvSpPr>
        <p:spPr>
          <a:xfrm>
            <a:off x="447016" y="2786562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Secuencia</a:t>
            </a:r>
            <a:endParaRPr lang="en-U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5ED0584-7C64-18FC-0C43-6985DCDFDB99}"/>
              </a:ext>
            </a:extLst>
          </p:cNvPr>
          <p:cNvSpPr/>
          <p:nvPr/>
        </p:nvSpPr>
        <p:spPr>
          <a:xfrm>
            <a:off x="2051720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514E5B0-96A8-CFD5-B346-0AD84B37508D}"/>
              </a:ext>
            </a:extLst>
          </p:cNvPr>
          <p:cNvSpPr/>
          <p:nvPr/>
        </p:nvSpPr>
        <p:spPr>
          <a:xfrm>
            <a:off x="2843808" y="378904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9BEF0C3-29D3-A728-9019-B8061555F46F}"/>
              </a:ext>
            </a:extLst>
          </p:cNvPr>
          <p:cNvCxnSpPr/>
          <p:nvPr/>
        </p:nvCxnSpPr>
        <p:spPr>
          <a:xfrm>
            <a:off x="3275856" y="400506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E45964D-6C22-B67B-0A25-E05219CD98CF}"/>
              </a:ext>
            </a:extLst>
          </p:cNvPr>
          <p:cNvCxnSpPr/>
          <p:nvPr/>
        </p:nvCxnSpPr>
        <p:spPr>
          <a:xfrm>
            <a:off x="1691680" y="400506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86DF7E23-DB86-1227-8825-DA3E36CC38F2}"/>
              </a:ext>
            </a:extLst>
          </p:cNvPr>
          <p:cNvSpPr/>
          <p:nvPr/>
        </p:nvSpPr>
        <p:spPr>
          <a:xfrm>
            <a:off x="2420144" y="436511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710D293-F820-7906-A509-957736094A34}"/>
              </a:ext>
            </a:extLst>
          </p:cNvPr>
          <p:cNvSpPr/>
          <p:nvPr/>
        </p:nvSpPr>
        <p:spPr>
          <a:xfrm>
            <a:off x="2420144" y="3184265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7E1CF9F-6E0D-3704-32A1-FBFAEF3DE55E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2240124" y="3553035"/>
            <a:ext cx="243292" cy="24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4C2F228-3D48-111D-6928-08E631412F0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267744" y="4136667"/>
            <a:ext cx="215672" cy="29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222A258-2D32-63FC-7C54-CD39EE1AC4D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843808" y="3518959"/>
            <a:ext cx="216024" cy="270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579DFD3-8D0A-B753-4DFD-0F112E2CBE5B}"/>
              </a:ext>
            </a:extLst>
          </p:cNvPr>
          <p:cNvCxnSpPr>
            <a:cxnSpLocks/>
            <a:stCxn id="18" idx="7"/>
            <a:endCxn id="15" idx="4"/>
          </p:cNvCxnSpPr>
          <p:nvPr/>
        </p:nvCxnSpPr>
        <p:spPr>
          <a:xfrm flipV="1">
            <a:off x="2788920" y="4221082"/>
            <a:ext cx="270912" cy="20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FFC0832-10F7-5400-8196-96BC3AD9E0BD}"/>
              </a:ext>
            </a:extLst>
          </p:cNvPr>
          <p:cNvSpPr txBox="1"/>
          <p:nvPr/>
        </p:nvSpPr>
        <p:spPr>
          <a:xfrm>
            <a:off x="2483768" y="278656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FF8B3B56-BA6B-BBA3-B5FD-567A9FB3D2AB}"/>
              </a:ext>
            </a:extLst>
          </p:cNvPr>
          <p:cNvSpPr/>
          <p:nvPr/>
        </p:nvSpPr>
        <p:spPr>
          <a:xfrm>
            <a:off x="3635896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830A0F02-030B-D43C-AD54-D6DA4DABBDC1}"/>
              </a:ext>
            </a:extLst>
          </p:cNvPr>
          <p:cNvSpPr/>
          <p:nvPr/>
        </p:nvSpPr>
        <p:spPr>
          <a:xfrm>
            <a:off x="4427984" y="378904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92951CE-93AA-DC30-0350-808EE78690EA}"/>
              </a:ext>
            </a:extLst>
          </p:cNvPr>
          <p:cNvCxnSpPr/>
          <p:nvPr/>
        </p:nvCxnSpPr>
        <p:spPr>
          <a:xfrm>
            <a:off x="4067944" y="400506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3F174EB9-0380-B5DF-BC60-A9AC6686CE23}"/>
              </a:ext>
            </a:extLst>
          </p:cNvPr>
          <p:cNvSpPr/>
          <p:nvPr/>
        </p:nvSpPr>
        <p:spPr>
          <a:xfrm rot="19005738">
            <a:off x="3710545" y="3615769"/>
            <a:ext cx="1002831" cy="942964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Arco 35">
            <a:extLst>
              <a:ext uri="{FF2B5EF4-FFF2-40B4-BE49-F238E27FC236}">
                <a16:creationId xmlns:a16="http://schemas.microsoft.com/office/drawing/2014/main" id="{E767645F-4ACF-7E5B-B05E-64C182CDE248}"/>
              </a:ext>
            </a:extLst>
          </p:cNvPr>
          <p:cNvSpPr/>
          <p:nvPr/>
        </p:nvSpPr>
        <p:spPr>
          <a:xfrm rot="8436114">
            <a:off x="3618624" y="2560013"/>
            <a:ext cx="2028836" cy="1913765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4EDE918-FA66-8AC3-3C9F-F1FAF1467E37}"/>
              </a:ext>
            </a:extLst>
          </p:cNvPr>
          <p:cNvSpPr/>
          <p:nvPr/>
        </p:nvSpPr>
        <p:spPr>
          <a:xfrm>
            <a:off x="5076056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C897A13-73E0-72C9-3433-7F70190F6F4D}"/>
              </a:ext>
            </a:extLst>
          </p:cNvPr>
          <p:cNvCxnSpPr>
            <a:cxnSpLocks/>
          </p:cNvCxnSpPr>
          <p:nvPr/>
        </p:nvCxnSpPr>
        <p:spPr>
          <a:xfrm>
            <a:off x="5508104" y="4005059"/>
            <a:ext cx="29641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FE6498-DC06-D9FB-AE6B-7C73EC13303C}"/>
              </a:ext>
            </a:extLst>
          </p:cNvPr>
          <p:cNvSpPr txBox="1"/>
          <p:nvPr/>
        </p:nvSpPr>
        <p:spPr>
          <a:xfrm>
            <a:off x="4254308" y="2786562"/>
            <a:ext cx="1022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Mientras</a:t>
            </a:r>
            <a:endParaRPr lang="en-US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E7B9CA4-ED94-1BB5-EC66-0B60FA1CE34C}"/>
              </a:ext>
            </a:extLst>
          </p:cNvPr>
          <p:cNvSpPr/>
          <p:nvPr/>
        </p:nvSpPr>
        <p:spPr>
          <a:xfrm>
            <a:off x="5796136" y="378903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2E25FA8-3D90-89A8-D2A0-F0EB12942BDD}"/>
              </a:ext>
            </a:extLst>
          </p:cNvPr>
          <p:cNvSpPr/>
          <p:nvPr/>
        </p:nvSpPr>
        <p:spPr>
          <a:xfrm>
            <a:off x="6588224" y="378904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BB5AE171-D362-C058-8C64-4545616F86E0}"/>
              </a:ext>
            </a:extLst>
          </p:cNvPr>
          <p:cNvCxnSpPr/>
          <p:nvPr/>
        </p:nvCxnSpPr>
        <p:spPr>
          <a:xfrm>
            <a:off x="6228184" y="4005065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o 43">
            <a:extLst>
              <a:ext uri="{FF2B5EF4-FFF2-40B4-BE49-F238E27FC236}">
                <a16:creationId xmlns:a16="http://schemas.microsoft.com/office/drawing/2014/main" id="{AEF84914-8B98-732A-D5F6-3F9D2F15364B}"/>
              </a:ext>
            </a:extLst>
          </p:cNvPr>
          <p:cNvSpPr/>
          <p:nvPr/>
        </p:nvSpPr>
        <p:spPr>
          <a:xfrm rot="19005738">
            <a:off x="5838973" y="3638703"/>
            <a:ext cx="1002831" cy="942964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C93ED90-8886-7816-8A3A-3D15BE52A46C}"/>
              </a:ext>
            </a:extLst>
          </p:cNvPr>
          <p:cNvSpPr/>
          <p:nvPr/>
        </p:nvSpPr>
        <p:spPr>
          <a:xfrm>
            <a:off x="7308304" y="378903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12BE7733-FB5E-C054-4468-4A77966447FB}"/>
              </a:ext>
            </a:extLst>
          </p:cNvPr>
          <p:cNvCxnSpPr>
            <a:cxnSpLocks/>
          </p:cNvCxnSpPr>
          <p:nvPr/>
        </p:nvCxnSpPr>
        <p:spPr>
          <a:xfrm>
            <a:off x="7020272" y="4005061"/>
            <a:ext cx="290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818BC314-181C-E31E-EA38-07427F9701D0}"/>
              </a:ext>
            </a:extLst>
          </p:cNvPr>
          <p:cNvSpPr/>
          <p:nvPr/>
        </p:nvSpPr>
        <p:spPr>
          <a:xfrm>
            <a:off x="2051720" y="3783406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C68ACE61-8BAE-2D46-714D-923A3D23E798}"/>
              </a:ext>
            </a:extLst>
          </p:cNvPr>
          <p:cNvSpPr/>
          <p:nvPr/>
        </p:nvSpPr>
        <p:spPr>
          <a:xfrm>
            <a:off x="2420144" y="4359477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63EF2DE6-77E9-5836-10F4-EE038F509586}"/>
              </a:ext>
            </a:extLst>
          </p:cNvPr>
          <p:cNvSpPr/>
          <p:nvPr/>
        </p:nvSpPr>
        <p:spPr>
          <a:xfrm>
            <a:off x="2420144" y="317863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C7B9A2C5-0136-0B0E-6BEF-98E0B0FED1EB}"/>
              </a:ext>
            </a:extLst>
          </p:cNvPr>
          <p:cNvCxnSpPr>
            <a:cxnSpLocks/>
            <a:endCxn id="54" idx="3"/>
          </p:cNvCxnSpPr>
          <p:nvPr/>
        </p:nvCxnSpPr>
        <p:spPr>
          <a:xfrm flipV="1">
            <a:off x="2240124" y="3547401"/>
            <a:ext cx="243292" cy="24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F40A7F6D-3145-F49A-7111-F837636683B2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267744" y="4131033"/>
            <a:ext cx="215672" cy="29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41AD53E-A0F7-048E-B8AC-3D18CCC4F6A0}"/>
              </a:ext>
            </a:extLst>
          </p:cNvPr>
          <p:cNvCxnSpPr>
            <a:cxnSpLocks/>
          </p:cNvCxnSpPr>
          <p:nvPr/>
        </p:nvCxnSpPr>
        <p:spPr>
          <a:xfrm>
            <a:off x="2843808" y="3513325"/>
            <a:ext cx="216024" cy="270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BF6DC4BB-C15D-541E-9887-E86FEFDB368E}"/>
              </a:ext>
            </a:extLst>
          </p:cNvPr>
          <p:cNvCxnSpPr>
            <a:cxnSpLocks/>
            <a:stCxn id="53" idx="7"/>
          </p:cNvCxnSpPr>
          <p:nvPr/>
        </p:nvCxnSpPr>
        <p:spPr>
          <a:xfrm flipV="1">
            <a:off x="2788920" y="4215448"/>
            <a:ext cx="270912" cy="20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4D3273E-F862-25BA-CE7C-262BBC07EF77}"/>
              </a:ext>
            </a:extLst>
          </p:cNvPr>
          <p:cNvSpPr txBox="1"/>
          <p:nvPr/>
        </p:nvSpPr>
        <p:spPr>
          <a:xfrm>
            <a:off x="2483768" y="278092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8C8238B-413F-7CB6-4289-CCD8BEDE5A6C}"/>
              </a:ext>
            </a:extLst>
          </p:cNvPr>
          <p:cNvSpPr/>
          <p:nvPr/>
        </p:nvSpPr>
        <p:spPr>
          <a:xfrm>
            <a:off x="8676456" y="378904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4C7E706E-70F4-AAFB-D4D8-0234F0EF251A}"/>
              </a:ext>
            </a:extLst>
          </p:cNvPr>
          <p:cNvSpPr/>
          <p:nvPr/>
        </p:nvSpPr>
        <p:spPr>
          <a:xfrm>
            <a:off x="7884368" y="3783406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92682D5F-9B4D-476C-1C07-58B1D7CA279D}"/>
              </a:ext>
            </a:extLst>
          </p:cNvPr>
          <p:cNvSpPr/>
          <p:nvPr/>
        </p:nvSpPr>
        <p:spPr>
          <a:xfrm>
            <a:off x="8252792" y="4359477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3A09A49-D53F-5CDD-1645-D1791457A32A}"/>
              </a:ext>
            </a:extLst>
          </p:cNvPr>
          <p:cNvSpPr/>
          <p:nvPr/>
        </p:nvSpPr>
        <p:spPr>
          <a:xfrm>
            <a:off x="8252792" y="3178631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6F6A9FAA-5154-E7B7-DE51-ABB16BAB488B}"/>
              </a:ext>
            </a:extLst>
          </p:cNvPr>
          <p:cNvCxnSpPr>
            <a:cxnSpLocks/>
            <a:endCxn id="63" idx="3"/>
          </p:cNvCxnSpPr>
          <p:nvPr/>
        </p:nvCxnSpPr>
        <p:spPr>
          <a:xfrm flipV="1">
            <a:off x="8072772" y="3547401"/>
            <a:ext cx="243292" cy="24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656BC03B-4208-580D-C2D1-D9082A730228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8100392" y="4131033"/>
            <a:ext cx="215672" cy="29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00BD858D-A56B-088A-BA2C-2F61A4FBDC83}"/>
              </a:ext>
            </a:extLst>
          </p:cNvPr>
          <p:cNvCxnSpPr>
            <a:cxnSpLocks/>
          </p:cNvCxnSpPr>
          <p:nvPr/>
        </p:nvCxnSpPr>
        <p:spPr>
          <a:xfrm>
            <a:off x="8676456" y="3513325"/>
            <a:ext cx="216024" cy="270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918E465A-A619-7330-5C08-9C5A8C67D7F7}"/>
              </a:ext>
            </a:extLst>
          </p:cNvPr>
          <p:cNvCxnSpPr>
            <a:cxnSpLocks/>
            <a:stCxn id="62" idx="7"/>
          </p:cNvCxnSpPr>
          <p:nvPr/>
        </p:nvCxnSpPr>
        <p:spPr>
          <a:xfrm flipV="1">
            <a:off x="8621568" y="4215448"/>
            <a:ext cx="270912" cy="20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8832008-F590-02CB-C03C-5375909C49D1}"/>
              </a:ext>
            </a:extLst>
          </p:cNvPr>
          <p:cNvSpPr txBox="1"/>
          <p:nvPr/>
        </p:nvSpPr>
        <p:spPr>
          <a:xfrm>
            <a:off x="8146873" y="209549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Caso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02AB8AB5-DD83-2CBD-2593-7BE77EF8AB9B}"/>
              </a:ext>
            </a:extLst>
          </p:cNvPr>
          <p:cNvSpPr/>
          <p:nvPr/>
        </p:nvSpPr>
        <p:spPr>
          <a:xfrm>
            <a:off x="8244408" y="2510268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465E09B3-3E92-E079-7977-1FB0F7D83B5B}"/>
              </a:ext>
            </a:extLst>
          </p:cNvPr>
          <p:cNvCxnSpPr>
            <a:cxnSpLocks/>
            <a:stCxn id="61" idx="1"/>
            <a:endCxn id="70" idx="3"/>
          </p:cNvCxnSpPr>
          <p:nvPr/>
        </p:nvCxnSpPr>
        <p:spPr>
          <a:xfrm flipV="1">
            <a:off x="7947640" y="2879038"/>
            <a:ext cx="360040" cy="967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A5EF1301-C5DC-E75C-B3A8-344186599313}"/>
              </a:ext>
            </a:extLst>
          </p:cNvPr>
          <p:cNvCxnSpPr>
            <a:cxnSpLocks/>
            <a:endCxn id="60" idx="7"/>
          </p:cNvCxnSpPr>
          <p:nvPr/>
        </p:nvCxnSpPr>
        <p:spPr>
          <a:xfrm>
            <a:off x="8668072" y="2844962"/>
            <a:ext cx="377160" cy="100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D064F54-A421-C26E-0648-6F62FD9F3828}"/>
              </a:ext>
            </a:extLst>
          </p:cNvPr>
          <p:cNvSpPr txBox="1"/>
          <p:nvPr/>
        </p:nvSpPr>
        <p:spPr>
          <a:xfrm>
            <a:off x="6142819" y="2812283"/>
            <a:ext cx="71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Hasta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0BFDDB5A-F234-7003-68B5-A26894736E3A}"/>
              </a:ext>
            </a:extLst>
          </p:cNvPr>
          <p:cNvSpPr txBox="1"/>
          <p:nvPr/>
        </p:nvSpPr>
        <p:spPr>
          <a:xfrm>
            <a:off x="799846" y="5438723"/>
            <a:ext cx="7688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círculo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ramas</a:t>
            </a:r>
            <a:r>
              <a:rPr lang="en-US" dirty="0"/>
              <a:t> y </a:t>
            </a:r>
            <a:r>
              <a:rPr lang="en-US" dirty="0" err="1"/>
              <a:t>enunciados</a:t>
            </a:r>
            <a:r>
              <a:rPr lang="en-US" dirty="0"/>
              <a:t> del Código </a:t>
            </a:r>
            <a:r>
              <a:rPr lang="en-US" dirty="0" err="1"/>
              <a:t>fuente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Gráfico de Flujo para Pruebas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857798" y="803114"/>
            <a:ext cx="7416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El gráfico de flujo muestra el flujo de control lógico del software.</a:t>
            </a:r>
            <a:endParaRPr lang="en-U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1640352-EB04-0428-E716-BCED25676897}"/>
              </a:ext>
            </a:extLst>
          </p:cNvPr>
          <p:cNvSpPr/>
          <p:nvPr/>
        </p:nvSpPr>
        <p:spPr>
          <a:xfrm>
            <a:off x="1907704" y="1340768"/>
            <a:ext cx="432048" cy="43204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E7B9CA4-ED94-1BB5-EC66-0B60FA1CE34C}"/>
              </a:ext>
            </a:extLst>
          </p:cNvPr>
          <p:cNvSpPr/>
          <p:nvPr/>
        </p:nvSpPr>
        <p:spPr>
          <a:xfrm>
            <a:off x="5487513" y="3481708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2E25FA8-3D90-89A8-D2A0-F0EB12942BDD}"/>
              </a:ext>
            </a:extLst>
          </p:cNvPr>
          <p:cNvSpPr/>
          <p:nvPr/>
        </p:nvSpPr>
        <p:spPr>
          <a:xfrm>
            <a:off x="6772436" y="3489754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C93ED90-8886-7816-8A3A-3D15BE52A46C}"/>
              </a:ext>
            </a:extLst>
          </p:cNvPr>
          <p:cNvSpPr/>
          <p:nvPr/>
        </p:nvSpPr>
        <p:spPr>
          <a:xfrm>
            <a:off x="7279538" y="4797158"/>
            <a:ext cx="454865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10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8C8238B-413F-7CB6-4289-CCD8BEDE5A6C}"/>
              </a:ext>
            </a:extLst>
          </p:cNvPr>
          <p:cNvSpPr/>
          <p:nvPr/>
        </p:nvSpPr>
        <p:spPr>
          <a:xfrm>
            <a:off x="7555153" y="2807003"/>
            <a:ext cx="569609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4,5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4C7E706E-70F4-AAFB-D4D8-0234F0EF251A}"/>
              </a:ext>
            </a:extLst>
          </p:cNvPr>
          <p:cNvSpPr/>
          <p:nvPr/>
        </p:nvSpPr>
        <p:spPr>
          <a:xfrm>
            <a:off x="6206214" y="2807003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92682D5F-9B4D-476C-1C07-58B1D7CA279D}"/>
              </a:ext>
            </a:extLst>
          </p:cNvPr>
          <p:cNvSpPr/>
          <p:nvPr/>
        </p:nvSpPr>
        <p:spPr>
          <a:xfrm>
            <a:off x="7294304" y="5386794"/>
            <a:ext cx="476865" cy="43204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11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3A09A49-D53F-5CDD-1645-D1791457A32A}"/>
              </a:ext>
            </a:extLst>
          </p:cNvPr>
          <p:cNvSpPr/>
          <p:nvPr/>
        </p:nvSpPr>
        <p:spPr>
          <a:xfrm>
            <a:off x="6884264" y="2161563"/>
            <a:ext cx="59320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2,3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656BC03B-4208-580D-C2D1-D9082A730228}"/>
              </a:ext>
            </a:extLst>
          </p:cNvPr>
          <p:cNvCxnSpPr>
            <a:cxnSpLocks/>
            <a:stCxn id="41" idx="4"/>
            <a:endCxn id="150" idx="2"/>
          </p:cNvCxnSpPr>
          <p:nvPr/>
        </p:nvCxnSpPr>
        <p:spPr>
          <a:xfrm>
            <a:off x="5703537" y="3913749"/>
            <a:ext cx="473717" cy="44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00BD858D-A56B-088A-BA2C-2F61A4FBDC83}"/>
              </a:ext>
            </a:extLst>
          </p:cNvPr>
          <p:cNvCxnSpPr>
            <a:cxnSpLocks/>
            <a:stCxn id="70" idx="4"/>
            <a:endCxn id="63" idx="0"/>
          </p:cNvCxnSpPr>
          <p:nvPr/>
        </p:nvCxnSpPr>
        <p:spPr>
          <a:xfrm>
            <a:off x="7078470" y="1676549"/>
            <a:ext cx="102398" cy="485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02AB8AB5-DD83-2CBD-2593-7BE77EF8AB9B}"/>
              </a:ext>
            </a:extLst>
          </p:cNvPr>
          <p:cNvSpPr/>
          <p:nvPr/>
        </p:nvSpPr>
        <p:spPr>
          <a:xfrm>
            <a:off x="6862446" y="1244508"/>
            <a:ext cx="432048" cy="43204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465E09B3-3E92-E079-7977-1FB0F7D83B5B}"/>
              </a:ext>
            </a:extLst>
          </p:cNvPr>
          <p:cNvCxnSpPr>
            <a:cxnSpLocks/>
            <a:stCxn id="63" idx="2"/>
            <a:endCxn id="61" idx="0"/>
          </p:cNvCxnSpPr>
          <p:nvPr/>
        </p:nvCxnSpPr>
        <p:spPr>
          <a:xfrm flipH="1">
            <a:off x="6422238" y="2377584"/>
            <a:ext cx="462026" cy="42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mbo 3">
            <a:extLst>
              <a:ext uri="{FF2B5EF4-FFF2-40B4-BE49-F238E27FC236}">
                <a16:creationId xmlns:a16="http://schemas.microsoft.com/office/drawing/2014/main" id="{2B3F1198-4DE5-BFA1-8DE4-3E14290919A9}"/>
              </a:ext>
            </a:extLst>
          </p:cNvPr>
          <p:cNvSpPr/>
          <p:nvPr/>
        </p:nvSpPr>
        <p:spPr>
          <a:xfrm>
            <a:off x="1666528" y="2077673"/>
            <a:ext cx="914400" cy="584496"/>
          </a:xfrm>
          <a:prstGeom prst="diamon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ombo 6">
            <a:extLst>
              <a:ext uri="{FF2B5EF4-FFF2-40B4-BE49-F238E27FC236}">
                <a16:creationId xmlns:a16="http://schemas.microsoft.com/office/drawing/2014/main" id="{F34D648B-4E9B-4E96-C87D-BB42975D4A90}"/>
              </a:ext>
            </a:extLst>
          </p:cNvPr>
          <p:cNvSpPr/>
          <p:nvPr/>
        </p:nvSpPr>
        <p:spPr>
          <a:xfrm>
            <a:off x="1666528" y="3645024"/>
            <a:ext cx="914400" cy="584496"/>
          </a:xfrm>
          <a:prstGeom prst="diamon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Rombo 7">
            <a:extLst>
              <a:ext uri="{FF2B5EF4-FFF2-40B4-BE49-F238E27FC236}">
                <a16:creationId xmlns:a16="http://schemas.microsoft.com/office/drawing/2014/main" id="{D0E8CA4C-145E-AA1F-1848-B31D1675A0F7}"/>
              </a:ext>
            </a:extLst>
          </p:cNvPr>
          <p:cNvSpPr/>
          <p:nvPr/>
        </p:nvSpPr>
        <p:spPr>
          <a:xfrm>
            <a:off x="849288" y="4284664"/>
            <a:ext cx="914400" cy="584496"/>
          </a:xfrm>
          <a:prstGeom prst="diamon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0C1EA8-4110-F147-A086-0D43F1B9E0DE}"/>
              </a:ext>
            </a:extLst>
          </p:cNvPr>
          <p:cNvSpPr/>
          <p:nvPr/>
        </p:nvSpPr>
        <p:spPr>
          <a:xfrm>
            <a:off x="1561589" y="2996952"/>
            <a:ext cx="1019339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E6C71E8-B20C-13BA-0DE7-EBEF991B91C8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>
            <a:off x="2123728" y="1772809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AFB8BA6-6550-C404-6923-C278D9B1A125}"/>
              </a:ext>
            </a:extLst>
          </p:cNvPr>
          <p:cNvCxnSpPr>
            <a:cxnSpLocks/>
          </p:cNvCxnSpPr>
          <p:nvPr/>
        </p:nvCxnSpPr>
        <p:spPr>
          <a:xfrm>
            <a:off x="2123728" y="2692088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7E4A9D1-9F8D-B20E-7316-B581832C5777}"/>
              </a:ext>
            </a:extLst>
          </p:cNvPr>
          <p:cNvCxnSpPr>
            <a:cxnSpLocks/>
          </p:cNvCxnSpPr>
          <p:nvPr/>
        </p:nvCxnSpPr>
        <p:spPr>
          <a:xfrm>
            <a:off x="2123728" y="3356992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8A8918F-2B56-5BAF-D378-DBC720ED2D0B}"/>
              </a:ext>
            </a:extLst>
          </p:cNvPr>
          <p:cNvSpPr/>
          <p:nvPr/>
        </p:nvSpPr>
        <p:spPr>
          <a:xfrm>
            <a:off x="2555777" y="4421354"/>
            <a:ext cx="936104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61ABFD9-C41A-1DBD-D567-082A861817A2}"/>
              </a:ext>
            </a:extLst>
          </p:cNvPr>
          <p:cNvCxnSpPr>
            <a:cxnSpLocks/>
          </p:cNvCxnSpPr>
          <p:nvPr/>
        </p:nvCxnSpPr>
        <p:spPr>
          <a:xfrm>
            <a:off x="1306488" y="3957753"/>
            <a:ext cx="0" cy="304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2E1E4E9-2F00-0B7D-36B6-7139C9EF916E}"/>
              </a:ext>
            </a:extLst>
          </p:cNvPr>
          <p:cNvCxnSpPr>
            <a:cxnSpLocks/>
          </p:cNvCxnSpPr>
          <p:nvPr/>
        </p:nvCxnSpPr>
        <p:spPr>
          <a:xfrm>
            <a:off x="2995979" y="3937272"/>
            <a:ext cx="0" cy="48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75E8CC2-4953-A79D-4E43-BA652ED28BE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306488" y="3937272"/>
            <a:ext cx="360040" cy="10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D004ED50-2249-0C29-726B-B1EBFED51182}"/>
              </a:ext>
            </a:extLst>
          </p:cNvPr>
          <p:cNvCxnSpPr>
            <a:cxnSpLocks/>
          </p:cNvCxnSpPr>
          <p:nvPr/>
        </p:nvCxnSpPr>
        <p:spPr>
          <a:xfrm flipH="1" flipV="1">
            <a:off x="2555776" y="3937272"/>
            <a:ext cx="440203" cy="10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70455C3-A7BD-7D9D-D2BE-D54F93F26586}"/>
              </a:ext>
            </a:extLst>
          </p:cNvPr>
          <p:cNvSpPr/>
          <p:nvPr/>
        </p:nvSpPr>
        <p:spPr>
          <a:xfrm>
            <a:off x="2672142" y="5281234"/>
            <a:ext cx="817038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38AD15B1-2FFE-3409-4501-6984805BBDBE}"/>
              </a:ext>
            </a:extLst>
          </p:cNvPr>
          <p:cNvCxnSpPr>
            <a:cxnSpLocks/>
          </p:cNvCxnSpPr>
          <p:nvPr/>
        </p:nvCxnSpPr>
        <p:spPr>
          <a:xfrm>
            <a:off x="2993278" y="4797152"/>
            <a:ext cx="0" cy="48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117C6B36-FF21-F645-A3E5-5712185AF242}"/>
              </a:ext>
            </a:extLst>
          </p:cNvPr>
          <p:cNvSpPr/>
          <p:nvPr/>
        </p:nvSpPr>
        <p:spPr>
          <a:xfrm>
            <a:off x="1522714" y="5281234"/>
            <a:ext cx="817037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22213448-AD6F-782B-A1BD-66F9143A4BCE}"/>
              </a:ext>
            </a:extLst>
          </p:cNvPr>
          <p:cNvCxnSpPr>
            <a:cxnSpLocks/>
          </p:cNvCxnSpPr>
          <p:nvPr/>
        </p:nvCxnSpPr>
        <p:spPr>
          <a:xfrm flipH="1">
            <a:off x="1900646" y="4566672"/>
            <a:ext cx="7058" cy="718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ángulo 80">
            <a:extLst>
              <a:ext uri="{FF2B5EF4-FFF2-40B4-BE49-F238E27FC236}">
                <a16:creationId xmlns:a16="http://schemas.microsoft.com/office/drawing/2014/main" id="{B570779E-ACED-A355-3A82-F8E388DDEE5D}"/>
              </a:ext>
            </a:extLst>
          </p:cNvPr>
          <p:cNvSpPr/>
          <p:nvPr/>
        </p:nvSpPr>
        <p:spPr>
          <a:xfrm>
            <a:off x="334436" y="5272078"/>
            <a:ext cx="817037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06B0546D-03EF-5234-C225-99FD5126DEA4}"/>
              </a:ext>
            </a:extLst>
          </p:cNvPr>
          <p:cNvCxnSpPr>
            <a:cxnSpLocks/>
          </p:cNvCxnSpPr>
          <p:nvPr/>
        </p:nvCxnSpPr>
        <p:spPr>
          <a:xfrm flipH="1">
            <a:off x="655571" y="4575497"/>
            <a:ext cx="7058" cy="70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38102DDB-EC54-4EDC-6CFE-7C5DAE7D84C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47187" y="4576912"/>
            <a:ext cx="2021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15AABC8D-3300-9D6B-8166-46FCA9DD57EE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1763688" y="4576912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Elipse 92">
            <a:extLst>
              <a:ext uri="{FF2B5EF4-FFF2-40B4-BE49-F238E27FC236}">
                <a16:creationId xmlns:a16="http://schemas.microsoft.com/office/drawing/2014/main" id="{5E2C547A-BB38-7389-AAFB-B4234061A18D}"/>
              </a:ext>
            </a:extLst>
          </p:cNvPr>
          <p:cNvSpPr/>
          <p:nvPr/>
        </p:nvSpPr>
        <p:spPr>
          <a:xfrm>
            <a:off x="52586" y="6633837"/>
            <a:ext cx="281850" cy="21602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D6ACEA96-6739-D3E3-0087-D66B04EA42BD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193511" y="2369921"/>
            <a:ext cx="0" cy="426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217B6D21-C9B5-0F11-6B00-557DF7160E44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93511" y="2369921"/>
            <a:ext cx="14730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FE95D77C-BC37-B6E5-F3E1-EBF524AEB270}"/>
              </a:ext>
            </a:extLst>
          </p:cNvPr>
          <p:cNvCxnSpPr>
            <a:cxnSpLocks/>
          </p:cNvCxnSpPr>
          <p:nvPr/>
        </p:nvCxnSpPr>
        <p:spPr>
          <a:xfrm>
            <a:off x="1922081" y="5661276"/>
            <a:ext cx="0" cy="36000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ector recto de flecha 101">
            <a:extLst>
              <a:ext uri="{FF2B5EF4-FFF2-40B4-BE49-F238E27FC236}">
                <a16:creationId xmlns:a16="http://schemas.microsoft.com/office/drawing/2014/main" id="{59E89C30-2DD9-36DC-09D4-9EBF7C58C1D5}"/>
              </a:ext>
            </a:extLst>
          </p:cNvPr>
          <p:cNvCxnSpPr>
            <a:cxnSpLocks/>
          </p:cNvCxnSpPr>
          <p:nvPr/>
        </p:nvCxnSpPr>
        <p:spPr>
          <a:xfrm>
            <a:off x="677006" y="5623897"/>
            <a:ext cx="0" cy="39600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3F99277D-989B-07A8-0715-CA6169F8DEA2}"/>
              </a:ext>
            </a:extLst>
          </p:cNvPr>
          <p:cNvCxnSpPr>
            <a:cxnSpLocks/>
          </p:cNvCxnSpPr>
          <p:nvPr/>
        </p:nvCxnSpPr>
        <p:spPr>
          <a:xfrm>
            <a:off x="692523" y="6021288"/>
            <a:ext cx="458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C5E5D370-EFF8-6AF5-CA3E-F25ED21750C3}"/>
              </a:ext>
            </a:extLst>
          </p:cNvPr>
          <p:cNvCxnSpPr>
            <a:cxnSpLocks/>
          </p:cNvCxnSpPr>
          <p:nvPr/>
        </p:nvCxnSpPr>
        <p:spPr>
          <a:xfrm>
            <a:off x="1378496" y="6021288"/>
            <a:ext cx="576000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0ACB1358-C976-1CB7-862A-8E7EC26651F5}"/>
              </a:ext>
            </a:extLst>
          </p:cNvPr>
          <p:cNvCxnSpPr>
            <a:cxnSpLocks/>
          </p:cNvCxnSpPr>
          <p:nvPr/>
        </p:nvCxnSpPr>
        <p:spPr>
          <a:xfrm>
            <a:off x="1289221" y="6093296"/>
            <a:ext cx="0" cy="39600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3518C1FB-B43E-9A9B-5EA2-782F1F8D7708}"/>
              </a:ext>
            </a:extLst>
          </p:cNvPr>
          <p:cNvCxnSpPr>
            <a:cxnSpLocks/>
          </p:cNvCxnSpPr>
          <p:nvPr/>
        </p:nvCxnSpPr>
        <p:spPr>
          <a:xfrm>
            <a:off x="1304738" y="6490687"/>
            <a:ext cx="458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FFDBA52E-4926-7DDA-4C97-8D5613B2EF62}"/>
              </a:ext>
            </a:extLst>
          </p:cNvPr>
          <p:cNvSpPr txBox="1"/>
          <p:nvPr/>
        </p:nvSpPr>
        <p:spPr>
          <a:xfrm>
            <a:off x="1115616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8D6E259B-B603-7445-F931-3E4F3646CCF7}"/>
              </a:ext>
            </a:extLst>
          </p:cNvPr>
          <p:cNvCxnSpPr>
            <a:cxnSpLocks/>
          </p:cNvCxnSpPr>
          <p:nvPr/>
        </p:nvCxnSpPr>
        <p:spPr>
          <a:xfrm>
            <a:off x="3052534" y="5659897"/>
            <a:ext cx="0" cy="82447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28F68130-B415-1565-4ECE-373A8901A38E}"/>
              </a:ext>
            </a:extLst>
          </p:cNvPr>
          <p:cNvCxnSpPr>
            <a:cxnSpLocks/>
          </p:cNvCxnSpPr>
          <p:nvPr/>
        </p:nvCxnSpPr>
        <p:spPr>
          <a:xfrm>
            <a:off x="2483768" y="6484370"/>
            <a:ext cx="576000" cy="0"/>
          </a:xfrm>
          <a:prstGeom prst="straightConnector1">
            <a:avLst/>
          </a:prstGeom>
          <a:ln w="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E6A6DCFE-AAE4-4C8D-7D0F-ACC9A8A2D721}"/>
              </a:ext>
            </a:extLst>
          </p:cNvPr>
          <p:cNvSpPr txBox="1"/>
          <p:nvPr/>
        </p:nvSpPr>
        <p:spPr>
          <a:xfrm>
            <a:off x="1961059" y="6176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cxnSp>
        <p:nvCxnSpPr>
          <p:cNvPr id="125" name="Conector recto de flecha 124">
            <a:extLst>
              <a:ext uri="{FF2B5EF4-FFF2-40B4-BE49-F238E27FC236}">
                <a16:creationId xmlns:a16="http://schemas.microsoft.com/office/drawing/2014/main" id="{545DA7FA-5CE5-2DD9-A6AA-707C0A6F4C10}"/>
              </a:ext>
            </a:extLst>
          </p:cNvPr>
          <p:cNvCxnSpPr>
            <a:cxnSpLocks/>
          </p:cNvCxnSpPr>
          <p:nvPr/>
        </p:nvCxnSpPr>
        <p:spPr>
          <a:xfrm>
            <a:off x="2134771" y="6460609"/>
            <a:ext cx="0" cy="25751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5B444848-F61F-ADA8-F633-8A51BD3563D7}"/>
              </a:ext>
            </a:extLst>
          </p:cNvPr>
          <p:cNvCxnSpPr>
            <a:cxnSpLocks/>
          </p:cNvCxnSpPr>
          <p:nvPr/>
        </p:nvCxnSpPr>
        <p:spPr>
          <a:xfrm>
            <a:off x="2160349" y="6718121"/>
            <a:ext cx="1691571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Conector recto de flecha 132">
            <a:extLst>
              <a:ext uri="{FF2B5EF4-FFF2-40B4-BE49-F238E27FC236}">
                <a16:creationId xmlns:a16="http://schemas.microsoft.com/office/drawing/2014/main" id="{FF0C2603-8379-3021-8A03-41997CDA689E}"/>
              </a:ext>
            </a:extLst>
          </p:cNvPr>
          <p:cNvCxnSpPr>
            <a:cxnSpLocks/>
          </p:cNvCxnSpPr>
          <p:nvPr/>
        </p:nvCxnSpPr>
        <p:spPr>
          <a:xfrm>
            <a:off x="3851920" y="1925241"/>
            <a:ext cx="0" cy="479288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AE5275AB-9DA7-EE71-83C3-A124B4363C53}"/>
              </a:ext>
            </a:extLst>
          </p:cNvPr>
          <p:cNvCxnSpPr>
            <a:cxnSpLocks/>
          </p:cNvCxnSpPr>
          <p:nvPr/>
        </p:nvCxnSpPr>
        <p:spPr>
          <a:xfrm>
            <a:off x="2170411" y="1925241"/>
            <a:ext cx="1681509" cy="0"/>
          </a:xfrm>
          <a:prstGeom prst="straightConnector1">
            <a:avLst/>
          </a:prstGeom>
          <a:ln w="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Conector recto de flecha 145">
            <a:extLst>
              <a:ext uri="{FF2B5EF4-FFF2-40B4-BE49-F238E27FC236}">
                <a16:creationId xmlns:a16="http://schemas.microsoft.com/office/drawing/2014/main" id="{5D51126A-C99D-ED94-CED0-13A53B476171}"/>
              </a:ext>
            </a:extLst>
          </p:cNvPr>
          <p:cNvCxnSpPr>
            <a:cxnSpLocks/>
            <a:stCxn id="63" idx="6"/>
            <a:endCxn id="60" idx="0"/>
          </p:cNvCxnSpPr>
          <p:nvPr/>
        </p:nvCxnSpPr>
        <p:spPr>
          <a:xfrm>
            <a:off x="7477472" y="2377584"/>
            <a:ext cx="362486" cy="42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Elipse 149">
            <a:extLst>
              <a:ext uri="{FF2B5EF4-FFF2-40B4-BE49-F238E27FC236}">
                <a16:creationId xmlns:a16="http://schemas.microsoft.com/office/drawing/2014/main" id="{5BDD911F-0061-BCA5-03F6-FCC593504D53}"/>
              </a:ext>
            </a:extLst>
          </p:cNvPr>
          <p:cNvSpPr/>
          <p:nvPr/>
        </p:nvSpPr>
        <p:spPr>
          <a:xfrm>
            <a:off x="6177254" y="4143456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807A45AB-25D8-B6F5-4D95-454E94787B2D}"/>
              </a:ext>
            </a:extLst>
          </p:cNvPr>
          <p:cNvCxnSpPr>
            <a:cxnSpLocks/>
            <a:stCxn id="61" idx="2"/>
            <a:endCxn id="41" idx="0"/>
          </p:cNvCxnSpPr>
          <p:nvPr/>
        </p:nvCxnSpPr>
        <p:spPr>
          <a:xfrm flipH="1">
            <a:off x="5703537" y="3023024"/>
            <a:ext cx="502677" cy="458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D1352E16-4AEC-C966-7084-024DAF6955FD}"/>
              </a:ext>
            </a:extLst>
          </p:cNvPr>
          <p:cNvCxnSpPr>
            <a:cxnSpLocks/>
            <a:stCxn id="61" idx="5"/>
            <a:endCxn id="42" idx="0"/>
          </p:cNvCxnSpPr>
          <p:nvPr/>
        </p:nvCxnSpPr>
        <p:spPr>
          <a:xfrm>
            <a:off x="6574990" y="3175773"/>
            <a:ext cx="413470" cy="31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E9482ABA-2940-3966-9117-50538BC16D31}"/>
              </a:ext>
            </a:extLst>
          </p:cNvPr>
          <p:cNvCxnSpPr>
            <a:cxnSpLocks/>
            <a:stCxn id="42" idx="4"/>
            <a:endCxn id="150" idx="6"/>
          </p:cNvCxnSpPr>
          <p:nvPr/>
        </p:nvCxnSpPr>
        <p:spPr>
          <a:xfrm flipH="1">
            <a:off x="6609302" y="3921795"/>
            <a:ext cx="379158" cy="437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8A965CC3-5850-2F60-D155-7DDE35200D46}"/>
              </a:ext>
            </a:extLst>
          </p:cNvPr>
          <p:cNvSpPr txBox="1"/>
          <p:nvPr/>
        </p:nvSpPr>
        <p:spPr>
          <a:xfrm>
            <a:off x="406681" y="65334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cxnSp>
        <p:nvCxnSpPr>
          <p:cNvPr id="164" name="Conector recto de flecha 163">
            <a:extLst>
              <a:ext uri="{FF2B5EF4-FFF2-40B4-BE49-F238E27FC236}">
                <a16:creationId xmlns:a16="http://schemas.microsoft.com/office/drawing/2014/main" id="{398B672D-CECB-1191-E9E7-B9C756480086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6355205" y="4546754"/>
            <a:ext cx="924333" cy="466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de flecha 165">
            <a:extLst>
              <a:ext uri="{FF2B5EF4-FFF2-40B4-BE49-F238E27FC236}">
                <a16:creationId xmlns:a16="http://schemas.microsoft.com/office/drawing/2014/main" id="{1255AB13-DA4F-2E01-633E-1D83DB057D0F}"/>
              </a:ext>
            </a:extLst>
          </p:cNvPr>
          <p:cNvCxnSpPr>
            <a:cxnSpLocks/>
            <a:stCxn id="60" idx="4"/>
            <a:endCxn id="45" idx="0"/>
          </p:cNvCxnSpPr>
          <p:nvPr/>
        </p:nvCxnSpPr>
        <p:spPr>
          <a:xfrm flipH="1">
            <a:off x="7506971" y="3239044"/>
            <a:ext cx="332987" cy="155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Forma libre 170">
            <a:extLst>
              <a:ext uri="{FF2B5EF4-FFF2-40B4-BE49-F238E27FC236}">
                <a16:creationId xmlns:a16="http://schemas.microsoft.com/office/drawing/2014/main" id="{C5598567-B8DA-02FB-A2EA-1AC6EF4E839A}"/>
              </a:ext>
            </a:extLst>
          </p:cNvPr>
          <p:cNvSpPr/>
          <p:nvPr/>
        </p:nvSpPr>
        <p:spPr>
          <a:xfrm>
            <a:off x="4661484" y="1518834"/>
            <a:ext cx="2653716" cy="4091552"/>
          </a:xfrm>
          <a:custGeom>
            <a:avLst/>
            <a:gdLst>
              <a:gd name="connsiteX0" fmla="*/ 2204265 w 2653716"/>
              <a:gd name="connsiteY0" fmla="*/ 0 h 4091552"/>
              <a:gd name="connsiteX1" fmla="*/ 3506 w 2653716"/>
              <a:gd name="connsiteY1" fmla="*/ 2107769 h 4091552"/>
              <a:gd name="connsiteX2" fmla="*/ 2653716 w 2653716"/>
              <a:gd name="connsiteY2" fmla="*/ 4091552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3716" h="4091552">
                <a:moveTo>
                  <a:pt x="2204265" y="0"/>
                </a:moveTo>
                <a:cubicBezTo>
                  <a:pt x="1066431" y="712922"/>
                  <a:pt x="-71403" y="1425844"/>
                  <a:pt x="3506" y="2107769"/>
                </a:cubicBezTo>
                <a:cubicBezTo>
                  <a:pt x="78414" y="2789694"/>
                  <a:pt x="1366065" y="3440623"/>
                  <a:pt x="2653716" y="4091552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Forma libre 171">
            <a:extLst>
              <a:ext uri="{FF2B5EF4-FFF2-40B4-BE49-F238E27FC236}">
                <a16:creationId xmlns:a16="http://schemas.microsoft.com/office/drawing/2014/main" id="{9A6F836F-88DB-7BE3-4988-477D598B0849}"/>
              </a:ext>
            </a:extLst>
          </p:cNvPr>
          <p:cNvSpPr/>
          <p:nvPr/>
        </p:nvSpPr>
        <p:spPr>
          <a:xfrm>
            <a:off x="7317424" y="1518834"/>
            <a:ext cx="1475351" cy="3378630"/>
          </a:xfrm>
          <a:custGeom>
            <a:avLst/>
            <a:gdLst>
              <a:gd name="connsiteX0" fmla="*/ 387458 w 1415582"/>
              <a:gd name="connsiteY0" fmla="*/ 3394128 h 3394128"/>
              <a:gd name="connsiteX1" fmla="*/ 1410346 w 1415582"/>
              <a:gd name="connsiteY1" fmla="*/ 1239864 h 3394128"/>
              <a:gd name="connsiteX2" fmla="*/ 0 w 1415582"/>
              <a:gd name="connsiteY2" fmla="*/ 0 h 339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5582" h="3394128">
                <a:moveTo>
                  <a:pt x="387458" y="3394128"/>
                </a:moveTo>
                <a:cubicBezTo>
                  <a:pt x="931190" y="2599840"/>
                  <a:pt x="1474922" y="1805552"/>
                  <a:pt x="1410346" y="1239864"/>
                </a:cubicBezTo>
                <a:cubicBezTo>
                  <a:pt x="1345770" y="674176"/>
                  <a:pt x="672885" y="33708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CuadroTexto 178">
            <a:extLst>
              <a:ext uri="{FF2B5EF4-FFF2-40B4-BE49-F238E27FC236}">
                <a16:creationId xmlns:a16="http://schemas.microsoft.com/office/drawing/2014/main" id="{C8365C3E-4E39-2430-AE34-CA8BEA4D531F}"/>
              </a:ext>
            </a:extLst>
          </p:cNvPr>
          <p:cNvSpPr txBox="1"/>
          <p:nvPr/>
        </p:nvSpPr>
        <p:spPr>
          <a:xfrm>
            <a:off x="883403" y="161182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4324C62F-B641-9A96-2238-C91FC0785F98}"/>
              </a:ext>
            </a:extLst>
          </p:cNvPr>
          <p:cNvSpPr txBox="1"/>
          <p:nvPr/>
        </p:nvSpPr>
        <p:spPr>
          <a:xfrm>
            <a:off x="4804475" y="173581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89" name="Conector recto de flecha 188">
            <a:extLst>
              <a:ext uri="{FF2B5EF4-FFF2-40B4-BE49-F238E27FC236}">
                <a16:creationId xmlns:a16="http://schemas.microsoft.com/office/drawing/2014/main" id="{1C405E4E-A3D3-D91F-D1C7-CE1DFBCB074D}"/>
              </a:ext>
            </a:extLst>
          </p:cNvPr>
          <p:cNvCxnSpPr>
            <a:cxnSpLocks/>
            <a:endCxn id="62" idx="3"/>
          </p:cNvCxnSpPr>
          <p:nvPr/>
        </p:nvCxnSpPr>
        <p:spPr>
          <a:xfrm>
            <a:off x="6112823" y="5748485"/>
            <a:ext cx="1251316" cy="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553BE2E7-ABD7-4978-BD16-36F1C5A0C23F}"/>
              </a:ext>
            </a:extLst>
          </p:cNvPr>
          <p:cNvSpPr txBox="1"/>
          <p:nvPr/>
        </p:nvSpPr>
        <p:spPr>
          <a:xfrm>
            <a:off x="5313437" y="5563819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Nodo</a:t>
            </a:r>
            <a:endParaRPr lang="en-US" dirty="0"/>
          </a:p>
        </p:txBody>
      </p:sp>
      <p:cxnSp>
        <p:nvCxnSpPr>
          <p:cNvPr id="192" name="Conector recto de flecha 191">
            <a:extLst>
              <a:ext uri="{FF2B5EF4-FFF2-40B4-BE49-F238E27FC236}">
                <a16:creationId xmlns:a16="http://schemas.microsoft.com/office/drawing/2014/main" id="{62300F09-0510-48D0-F150-3C72D0DAA3A4}"/>
              </a:ext>
            </a:extLst>
          </p:cNvPr>
          <p:cNvCxnSpPr>
            <a:cxnSpLocks/>
          </p:cNvCxnSpPr>
          <p:nvPr/>
        </p:nvCxnSpPr>
        <p:spPr>
          <a:xfrm>
            <a:off x="5487513" y="5201918"/>
            <a:ext cx="858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6A6EBD89-2C4D-4D37-0F43-8AA21B402D5B}"/>
              </a:ext>
            </a:extLst>
          </p:cNvPr>
          <p:cNvSpPr txBox="1"/>
          <p:nvPr/>
        </p:nvSpPr>
        <p:spPr>
          <a:xfrm>
            <a:off x="4743379" y="4969834"/>
            <a:ext cx="722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Arista</a:t>
            </a:r>
          </a:p>
        </p:txBody>
      </p:sp>
      <p:cxnSp>
        <p:nvCxnSpPr>
          <p:cNvPr id="195" name="Conector recto de flecha 194">
            <a:extLst>
              <a:ext uri="{FF2B5EF4-FFF2-40B4-BE49-F238E27FC236}">
                <a16:creationId xmlns:a16="http://schemas.microsoft.com/office/drawing/2014/main" id="{5D22E8BE-CA31-9908-8F06-C3B74C802DE2}"/>
              </a:ext>
            </a:extLst>
          </p:cNvPr>
          <p:cNvCxnSpPr>
            <a:cxnSpLocks/>
          </p:cNvCxnSpPr>
          <p:nvPr/>
        </p:nvCxnSpPr>
        <p:spPr>
          <a:xfrm flipH="1" flipV="1">
            <a:off x="7891206" y="4359476"/>
            <a:ext cx="466047" cy="21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F95672AE-4FC6-EC3D-A191-00ABF3583AD0}"/>
              </a:ext>
            </a:extLst>
          </p:cNvPr>
          <p:cNvSpPr txBox="1"/>
          <p:nvPr/>
        </p:nvSpPr>
        <p:spPr>
          <a:xfrm>
            <a:off x="8294712" y="4181425"/>
            <a:ext cx="826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Región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682F-E9ED-58DB-A96E-8FD4EEC9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21027E7C-2DCA-5BA5-DBA8-C10A3525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4" y="332656"/>
            <a:ext cx="7886700" cy="1325563"/>
          </a:xfrm>
        </p:spPr>
        <p:txBody>
          <a:bodyPr/>
          <a:lstStyle/>
          <a:p>
            <a:r>
              <a:rPr lang="es-CO" dirty="0"/>
              <a:t>Gráfico de Flujo para Pruebas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E7ADA5-7EA4-53CA-3FAD-45A27BEE4C45}"/>
              </a:ext>
            </a:extLst>
          </p:cNvPr>
          <p:cNvSpPr txBox="1"/>
          <p:nvPr/>
        </p:nvSpPr>
        <p:spPr>
          <a:xfrm>
            <a:off x="719572" y="2060848"/>
            <a:ext cx="7416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El gráfico de flujo del software permite identificar las diferentes rutas que puede tener o que puede tomar un software cuando se esta ejecutando, para esto se define una notación que permite graficar el software y de esta forma definir los diferentes tipos de pruebas, unas de las pruebas que se pueden realizar es el de la ruta más corta, la ruta básica o las rutas alternas.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553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539552" y="33265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¿Para que usamos Grafos en Pruebas?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1994FC9-B48C-FF3F-A643-6EE144582EDA}"/>
              </a:ext>
            </a:extLst>
          </p:cNvPr>
          <p:cNvSpPr txBox="1"/>
          <p:nvPr/>
        </p:nvSpPr>
        <p:spPr>
          <a:xfrm>
            <a:off x="1187624" y="2132856"/>
            <a:ext cx="73716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Identificar caminos lógicos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Seleccionar caminos independientes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Diseñar casos de prueba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7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Gráficos para Pruebas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68D1C9-3C95-0E6C-BEAF-0CFFC841E0F7}"/>
              </a:ext>
            </a:extLst>
          </p:cNvPr>
          <p:cNvSpPr txBox="1"/>
          <p:nvPr/>
        </p:nvSpPr>
        <p:spPr>
          <a:xfrm>
            <a:off x="1261666" y="764704"/>
            <a:ext cx="74717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# </a:t>
            </a:r>
            <a:r>
              <a:rPr lang="en-US" dirty="0" err="1">
                <a:highlight>
                  <a:srgbClr val="00FF00"/>
                </a:highlight>
              </a:rPr>
              <a:t>Definir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los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valores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límite</a:t>
            </a:r>
            <a:endParaRPr lang="en-US" dirty="0">
              <a:highlight>
                <a:srgbClr val="00FF00"/>
              </a:highlight>
            </a:endParaRPr>
          </a:p>
          <a:p>
            <a:r>
              <a:rPr lang="en-US" dirty="0" err="1">
                <a:highlight>
                  <a:srgbClr val="00FF00"/>
                </a:highlight>
              </a:rPr>
              <a:t>limite_inferior</a:t>
            </a:r>
            <a:r>
              <a:rPr lang="en-US" dirty="0">
                <a:highlight>
                  <a:srgbClr val="00FF00"/>
                </a:highlight>
              </a:rPr>
              <a:t> = 1</a:t>
            </a:r>
          </a:p>
          <a:p>
            <a:r>
              <a:rPr lang="en-US" dirty="0" err="1">
                <a:highlight>
                  <a:srgbClr val="00FF00"/>
                </a:highlight>
              </a:rPr>
              <a:t>limite_superior</a:t>
            </a:r>
            <a:r>
              <a:rPr lang="en-US" dirty="0">
                <a:highlight>
                  <a:srgbClr val="00FF00"/>
                </a:highlight>
              </a:rPr>
              <a:t> = 100</a:t>
            </a:r>
          </a:p>
          <a:p>
            <a:endParaRPr lang="en-US" dirty="0">
              <a:highlight>
                <a:srgbClr val="00FF00"/>
              </a:highlight>
            </a:endParaRPr>
          </a:p>
          <a:p>
            <a:r>
              <a:rPr lang="en-US" dirty="0">
                <a:highlight>
                  <a:srgbClr val="00FF00"/>
                </a:highlight>
              </a:rPr>
              <a:t># </a:t>
            </a:r>
            <a:r>
              <a:rPr lang="en-US" dirty="0" err="1">
                <a:highlight>
                  <a:srgbClr val="00FF00"/>
                </a:highlight>
              </a:rPr>
              <a:t>Inicializar</a:t>
            </a:r>
            <a:r>
              <a:rPr lang="en-US" dirty="0">
                <a:highlight>
                  <a:srgbClr val="00FF00"/>
                </a:highlight>
              </a:rPr>
              <a:t> variables para la </a:t>
            </a:r>
            <a:r>
              <a:rPr lang="en-US" dirty="0" err="1">
                <a:highlight>
                  <a:srgbClr val="00FF00"/>
                </a:highlight>
              </a:rPr>
              <a:t>suma</a:t>
            </a:r>
            <a:r>
              <a:rPr lang="en-US" dirty="0">
                <a:highlight>
                  <a:srgbClr val="00FF00"/>
                </a:highlight>
              </a:rPr>
              <a:t> y </a:t>
            </a:r>
            <a:r>
              <a:rPr lang="en-US" dirty="0" err="1">
                <a:highlight>
                  <a:srgbClr val="00FF00"/>
                </a:highlight>
              </a:rPr>
              <a:t>el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número</a:t>
            </a:r>
            <a:r>
              <a:rPr lang="en-US" dirty="0">
                <a:highlight>
                  <a:srgbClr val="00FF00"/>
                </a:highlight>
              </a:rPr>
              <a:t> total de </a:t>
            </a:r>
            <a:r>
              <a:rPr lang="en-US" dirty="0" err="1">
                <a:highlight>
                  <a:srgbClr val="00FF00"/>
                </a:highlight>
              </a:rPr>
              <a:t>valores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>
                <a:highlight>
                  <a:srgbClr val="00FF00"/>
                </a:highlight>
              </a:rPr>
              <a:t>válidos</a:t>
            </a:r>
            <a:endParaRPr lang="en-US" dirty="0">
              <a:highlight>
                <a:srgbClr val="00FF00"/>
              </a:highlight>
            </a:endParaRPr>
          </a:p>
          <a:p>
            <a:r>
              <a:rPr lang="en-US" dirty="0" err="1">
                <a:highlight>
                  <a:srgbClr val="00FF00"/>
                </a:highlight>
              </a:rPr>
              <a:t>suma</a:t>
            </a:r>
            <a:r>
              <a:rPr lang="en-US" dirty="0">
                <a:highlight>
                  <a:srgbClr val="00FF00"/>
                </a:highlight>
              </a:rPr>
              <a:t> = 0</a:t>
            </a:r>
          </a:p>
          <a:p>
            <a:r>
              <a:rPr lang="en-US" dirty="0" err="1">
                <a:highlight>
                  <a:srgbClr val="00FF00"/>
                </a:highlight>
              </a:rPr>
              <a:t>num_total_valido</a:t>
            </a:r>
            <a:r>
              <a:rPr lang="en-US" dirty="0">
                <a:highlight>
                  <a:srgbClr val="00FF00"/>
                </a:highlight>
              </a:rPr>
              <a:t> = 0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promedio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entre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límites</a:t>
            </a:r>
            <a:endParaRPr lang="en-US" dirty="0"/>
          </a:p>
          <a:p>
            <a:r>
              <a:rPr lang="en-US" dirty="0">
                <a:highlight>
                  <a:srgbClr val="008080"/>
                </a:highlight>
              </a:rPr>
              <a:t>for </a:t>
            </a:r>
            <a:r>
              <a:rPr lang="en-US" dirty="0" err="1">
                <a:highlight>
                  <a:srgbClr val="008080"/>
                </a:highlight>
              </a:rPr>
              <a:t>numero</a:t>
            </a:r>
            <a:r>
              <a:rPr lang="en-US" dirty="0">
                <a:highlight>
                  <a:srgbClr val="008080"/>
                </a:highlight>
              </a:rPr>
              <a:t> in range(</a:t>
            </a:r>
            <a:r>
              <a:rPr lang="en-US" dirty="0" err="1">
                <a:highlight>
                  <a:srgbClr val="008080"/>
                </a:highlight>
              </a:rPr>
              <a:t>limite_inferior</a:t>
            </a:r>
            <a:r>
              <a:rPr lang="en-US" dirty="0">
                <a:highlight>
                  <a:srgbClr val="008080"/>
                </a:highlight>
              </a:rPr>
              <a:t>, </a:t>
            </a:r>
            <a:r>
              <a:rPr lang="en-US" dirty="0" err="1">
                <a:highlight>
                  <a:srgbClr val="008080"/>
                </a:highlight>
              </a:rPr>
              <a:t>limite_superior</a:t>
            </a:r>
            <a:r>
              <a:rPr lang="en-US" dirty="0">
                <a:highlight>
                  <a:srgbClr val="008080"/>
                </a:highlight>
              </a:rPr>
              <a:t> + 1):</a:t>
            </a:r>
          </a:p>
          <a:p>
            <a:r>
              <a:rPr lang="en-US" dirty="0"/>
              <a:t>    </a:t>
            </a:r>
            <a:r>
              <a:rPr lang="en-US" dirty="0" err="1">
                <a:highlight>
                  <a:srgbClr val="008000"/>
                </a:highlight>
              </a:rPr>
              <a:t>suma</a:t>
            </a:r>
            <a:r>
              <a:rPr lang="en-US" dirty="0">
                <a:highlight>
                  <a:srgbClr val="008000"/>
                </a:highlight>
              </a:rPr>
              <a:t> += </a:t>
            </a:r>
            <a:r>
              <a:rPr lang="en-US" dirty="0" err="1">
                <a:highlight>
                  <a:srgbClr val="008000"/>
                </a:highlight>
              </a:rPr>
              <a:t>numero</a:t>
            </a:r>
            <a:endParaRPr lang="en-US" dirty="0">
              <a:highlight>
                <a:srgbClr val="008000"/>
              </a:highlight>
            </a:endParaRPr>
          </a:p>
          <a:p>
            <a:r>
              <a:rPr lang="en-US" dirty="0"/>
              <a:t>    </a:t>
            </a:r>
            <a:r>
              <a:rPr lang="en-US" dirty="0" err="1">
                <a:highlight>
                  <a:srgbClr val="808000"/>
                </a:highlight>
              </a:rPr>
              <a:t>num_total_valido</a:t>
            </a:r>
            <a:r>
              <a:rPr lang="en-US" dirty="0">
                <a:highlight>
                  <a:srgbClr val="808000"/>
                </a:highlight>
              </a:rPr>
              <a:t> += 1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promedio</a:t>
            </a:r>
            <a:endParaRPr lang="en-US" dirty="0"/>
          </a:p>
          <a:p>
            <a:r>
              <a:rPr lang="en-US" dirty="0" err="1">
                <a:highlight>
                  <a:srgbClr val="FF00FF"/>
                </a:highlight>
              </a:rPr>
              <a:t>promedio</a:t>
            </a:r>
            <a:r>
              <a:rPr lang="en-US" dirty="0">
                <a:highlight>
                  <a:srgbClr val="FF00FF"/>
                </a:highlight>
              </a:rPr>
              <a:t> = </a:t>
            </a:r>
            <a:r>
              <a:rPr lang="en-US" dirty="0" err="1">
                <a:highlight>
                  <a:srgbClr val="FF00FF"/>
                </a:highlight>
              </a:rPr>
              <a:t>suma</a:t>
            </a:r>
            <a:r>
              <a:rPr lang="en-US" dirty="0">
                <a:highlight>
                  <a:srgbClr val="FF00FF"/>
                </a:highlight>
              </a:rPr>
              <a:t> / </a:t>
            </a:r>
            <a:r>
              <a:rPr lang="en-US" dirty="0" err="1">
                <a:highlight>
                  <a:srgbClr val="FF00FF"/>
                </a:highlight>
              </a:rPr>
              <a:t>num_total_valido</a:t>
            </a:r>
            <a:endParaRPr lang="en-US" dirty="0">
              <a:highlight>
                <a:srgbClr val="FF00FF"/>
              </a:highlight>
            </a:endParaRPr>
          </a:p>
          <a:p>
            <a:endParaRPr lang="en-US" dirty="0"/>
          </a:p>
          <a:p>
            <a:r>
              <a:rPr lang="en-US" dirty="0">
                <a:highlight>
                  <a:srgbClr val="00FFFF"/>
                </a:highlight>
              </a:rPr>
              <a:t># </a:t>
            </a:r>
            <a:r>
              <a:rPr lang="en-US" dirty="0" err="1">
                <a:highlight>
                  <a:srgbClr val="00FFFF"/>
                </a:highlight>
              </a:rPr>
              <a:t>Imprimir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en-US" dirty="0" err="1">
                <a:highlight>
                  <a:srgbClr val="00FFFF"/>
                </a:highlight>
              </a:rPr>
              <a:t>los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en-US" dirty="0" err="1">
                <a:highlight>
                  <a:srgbClr val="00FFFF"/>
                </a:highlight>
              </a:rPr>
              <a:t>resultados</a:t>
            </a:r>
            <a:endParaRPr lang="en-US" dirty="0">
              <a:highlight>
                <a:srgbClr val="00FFFF"/>
              </a:highlight>
            </a:endParaRPr>
          </a:p>
          <a:p>
            <a:r>
              <a:rPr lang="en-US" dirty="0">
                <a:highlight>
                  <a:srgbClr val="00FFFF"/>
                </a:highlight>
              </a:rPr>
              <a:t>print("Suma:", </a:t>
            </a:r>
            <a:r>
              <a:rPr lang="en-US" dirty="0" err="1">
                <a:highlight>
                  <a:srgbClr val="00FFFF"/>
                </a:highlight>
              </a:rPr>
              <a:t>suma</a:t>
            </a:r>
            <a:r>
              <a:rPr lang="en-US" dirty="0">
                <a:highlight>
                  <a:srgbClr val="00FFFF"/>
                </a:highlight>
              </a:rPr>
              <a:t>)</a:t>
            </a:r>
          </a:p>
          <a:p>
            <a:r>
              <a:rPr lang="en-US" dirty="0">
                <a:highlight>
                  <a:srgbClr val="00FFFF"/>
                </a:highlight>
              </a:rPr>
              <a:t>print("</a:t>
            </a:r>
            <a:r>
              <a:rPr lang="en-US" dirty="0" err="1">
                <a:highlight>
                  <a:srgbClr val="00FFFF"/>
                </a:highlight>
              </a:rPr>
              <a:t>Número</a:t>
            </a:r>
            <a:r>
              <a:rPr lang="en-US" dirty="0">
                <a:highlight>
                  <a:srgbClr val="00FFFF"/>
                </a:highlight>
              </a:rPr>
              <a:t> total </a:t>
            </a:r>
            <a:r>
              <a:rPr lang="en-US" dirty="0" err="1">
                <a:highlight>
                  <a:srgbClr val="00FFFF"/>
                </a:highlight>
              </a:rPr>
              <a:t>válido</a:t>
            </a:r>
            <a:r>
              <a:rPr lang="en-US" dirty="0">
                <a:highlight>
                  <a:srgbClr val="00FFFF"/>
                </a:highlight>
              </a:rPr>
              <a:t>:", </a:t>
            </a:r>
            <a:r>
              <a:rPr lang="en-US" dirty="0" err="1">
                <a:highlight>
                  <a:srgbClr val="00FFFF"/>
                </a:highlight>
              </a:rPr>
              <a:t>num_total_valido</a:t>
            </a:r>
            <a:r>
              <a:rPr lang="en-US" dirty="0">
                <a:highlight>
                  <a:srgbClr val="00FFFF"/>
                </a:highlight>
              </a:rPr>
              <a:t>)</a:t>
            </a:r>
          </a:p>
          <a:p>
            <a:r>
              <a:rPr lang="en-US" dirty="0">
                <a:highlight>
                  <a:srgbClr val="00FFFF"/>
                </a:highlight>
              </a:rPr>
              <a:t>print("</a:t>
            </a:r>
            <a:r>
              <a:rPr lang="en-US" dirty="0" err="1">
                <a:highlight>
                  <a:srgbClr val="00FFFF"/>
                </a:highlight>
              </a:rPr>
              <a:t>Promedio</a:t>
            </a:r>
            <a:r>
              <a:rPr lang="en-US" dirty="0">
                <a:highlight>
                  <a:srgbClr val="00FFFF"/>
                </a:highlight>
              </a:rPr>
              <a:t>:", </a:t>
            </a:r>
            <a:r>
              <a:rPr lang="en-US" dirty="0" err="1">
                <a:highlight>
                  <a:srgbClr val="00FFFF"/>
                </a:highlight>
              </a:rPr>
              <a:t>promedio</a:t>
            </a:r>
            <a:r>
              <a:rPr lang="en-US" dirty="0">
                <a:highlight>
                  <a:srgbClr val="00FFFF"/>
                </a:highlight>
              </a:rPr>
              <a:t>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2FAABD9-6744-9028-3443-CE6D59054644}"/>
              </a:ext>
            </a:extLst>
          </p:cNvPr>
          <p:cNvSpPr txBox="1"/>
          <p:nvPr/>
        </p:nvSpPr>
        <p:spPr>
          <a:xfrm>
            <a:off x="722307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DCC571B-4112-D9CF-45E8-652716351046}"/>
              </a:ext>
            </a:extLst>
          </p:cNvPr>
          <p:cNvSpPr txBox="1"/>
          <p:nvPr/>
        </p:nvSpPr>
        <p:spPr>
          <a:xfrm>
            <a:off x="722307" y="32115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50C5E8D-D7A6-2504-4803-848202D0C7F2}"/>
              </a:ext>
            </a:extLst>
          </p:cNvPr>
          <p:cNvSpPr txBox="1"/>
          <p:nvPr/>
        </p:nvSpPr>
        <p:spPr>
          <a:xfrm>
            <a:off x="722307" y="3521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FB3367-12F6-2B46-7E9E-6A204C6C2A36}"/>
              </a:ext>
            </a:extLst>
          </p:cNvPr>
          <p:cNvSpPr txBox="1"/>
          <p:nvPr/>
        </p:nvSpPr>
        <p:spPr>
          <a:xfrm>
            <a:off x="722307" y="3770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F66A3DA-0AAD-0C21-4B12-39FD861EFAAD}"/>
              </a:ext>
            </a:extLst>
          </p:cNvPr>
          <p:cNvSpPr txBox="1"/>
          <p:nvPr/>
        </p:nvSpPr>
        <p:spPr>
          <a:xfrm>
            <a:off x="722307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C7DEA98-C094-8511-683F-8E11DEB25960}"/>
              </a:ext>
            </a:extLst>
          </p:cNvPr>
          <p:cNvSpPr txBox="1"/>
          <p:nvPr/>
        </p:nvSpPr>
        <p:spPr>
          <a:xfrm>
            <a:off x="722307" y="5564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9663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F7AC-57FE-373D-B9A7-7FA723CA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DD4EE28B-3D51-3F36-5A48-216618F7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Gráficos para Pruebas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3CDD9F7-244D-4BE1-1A74-804117A85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403682"/>
              </p:ext>
            </p:extLst>
          </p:nvPr>
        </p:nvGraphicFramePr>
        <p:xfrm>
          <a:off x="457200" y="2204864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7076934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6687574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96852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Código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Flujo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Nodo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53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 err="1"/>
                        <a:t>For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ciclo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573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leer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proceso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8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if campo1=0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decisión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6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009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05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Grafo para Pruebas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E7B9CA4-ED94-1BB5-EC66-0B60FA1CE34C}"/>
              </a:ext>
            </a:extLst>
          </p:cNvPr>
          <p:cNvSpPr/>
          <p:nvPr/>
        </p:nvSpPr>
        <p:spPr>
          <a:xfrm>
            <a:off x="553190" y="321297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2E25FA8-3D90-89A8-D2A0-F0EB12942BDD}"/>
              </a:ext>
            </a:extLst>
          </p:cNvPr>
          <p:cNvSpPr/>
          <p:nvPr/>
        </p:nvSpPr>
        <p:spPr>
          <a:xfrm>
            <a:off x="523317" y="3911016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C93ED90-8886-7816-8A3A-3D15BE52A46C}"/>
              </a:ext>
            </a:extLst>
          </p:cNvPr>
          <p:cNvSpPr/>
          <p:nvPr/>
        </p:nvSpPr>
        <p:spPr>
          <a:xfrm>
            <a:off x="487090" y="5252127"/>
            <a:ext cx="454865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4C7E706E-70F4-AAFB-D4D8-0234F0EF251A}"/>
              </a:ext>
            </a:extLst>
          </p:cNvPr>
          <p:cNvSpPr/>
          <p:nvPr/>
        </p:nvSpPr>
        <p:spPr>
          <a:xfrm>
            <a:off x="551819" y="2623673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02AB8AB5-DD83-2CBD-2593-7BE77EF8AB9B}"/>
              </a:ext>
            </a:extLst>
          </p:cNvPr>
          <p:cNvSpPr/>
          <p:nvPr/>
        </p:nvSpPr>
        <p:spPr>
          <a:xfrm>
            <a:off x="551819" y="1842614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5BDD911F-0061-BCA5-03F6-FCC593504D53}"/>
              </a:ext>
            </a:extLst>
          </p:cNvPr>
          <p:cNvSpPr/>
          <p:nvPr/>
        </p:nvSpPr>
        <p:spPr>
          <a:xfrm>
            <a:off x="523317" y="4604065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E9482ABA-2940-3966-9117-50538BC16D31}"/>
              </a:ext>
            </a:extLst>
          </p:cNvPr>
          <p:cNvCxnSpPr>
            <a:cxnSpLocks/>
            <a:stCxn id="42" idx="4"/>
            <a:endCxn id="150" idx="0"/>
          </p:cNvCxnSpPr>
          <p:nvPr/>
        </p:nvCxnSpPr>
        <p:spPr>
          <a:xfrm>
            <a:off x="739341" y="4343057"/>
            <a:ext cx="0" cy="261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de flecha 163">
            <a:extLst>
              <a:ext uri="{FF2B5EF4-FFF2-40B4-BE49-F238E27FC236}">
                <a16:creationId xmlns:a16="http://schemas.microsoft.com/office/drawing/2014/main" id="{398B672D-CECB-1191-E9E7-B9C756480086}"/>
              </a:ext>
            </a:extLst>
          </p:cNvPr>
          <p:cNvCxnSpPr>
            <a:cxnSpLocks/>
            <a:stCxn id="150" idx="4"/>
            <a:endCxn id="45" idx="0"/>
          </p:cNvCxnSpPr>
          <p:nvPr/>
        </p:nvCxnSpPr>
        <p:spPr>
          <a:xfrm flipH="1">
            <a:off x="714523" y="5036106"/>
            <a:ext cx="24818" cy="21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3BDB4FDA-F9C4-BD02-96A1-44FF8DF714D1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 flipH="1">
            <a:off x="739341" y="3645020"/>
            <a:ext cx="29873" cy="265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812282F6-B992-C6C4-11E1-8B22219495EA}"/>
              </a:ext>
            </a:extLst>
          </p:cNvPr>
          <p:cNvCxnSpPr>
            <a:cxnSpLocks/>
            <a:stCxn id="61" idx="4"/>
            <a:endCxn id="41" idx="0"/>
          </p:cNvCxnSpPr>
          <p:nvPr/>
        </p:nvCxnSpPr>
        <p:spPr>
          <a:xfrm>
            <a:off x="767843" y="3055714"/>
            <a:ext cx="1371" cy="157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1062BE39-CC14-8363-9E44-301FE26E04C4}"/>
              </a:ext>
            </a:extLst>
          </p:cNvPr>
          <p:cNvCxnSpPr>
            <a:cxnSpLocks/>
            <a:stCxn id="70" idx="4"/>
            <a:endCxn id="61" idx="0"/>
          </p:cNvCxnSpPr>
          <p:nvPr/>
        </p:nvCxnSpPr>
        <p:spPr>
          <a:xfrm>
            <a:off x="767843" y="2274655"/>
            <a:ext cx="0" cy="349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orma libre 96">
            <a:extLst>
              <a:ext uri="{FF2B5EF4-FFF2-40B4-BE49-F238E27FC236}">
                <a16:creationId xmlns:a16="http://schemas.microsoft.com/office/drawing/2014/main" id="{2425490B-2ED3-5936-28C2-61731D3CD8CF}"/>
              </a:ext>
            </a:extLst>
          </p:cNvPr>
          <p:cNvSpPr/>
          <p:nvPr/>
        </p:nvSpPr>
        <p:spPr>
          <a:xfrm>
            <a:off x="941955" y="2872942"/>
            <a:ext cx="555240" cy="531790"/>
          </a:xfrm>
          <a:custGeom>
            <a:avLst/>
            <a:gdLst>
              <a:gd name="connsiteX0" fmla="*/ 387458 w 1415582"/>
              <a:gd name="connsiteY0" fmla="*/ 3394128 h 3394128"/>
              <a:gd name="connsiteX1" fmla="*/ 1410346 w 1415582"/>
              <a:gd name="connsiteY1" fmla="*/ 1239864 h 3394128"/>
              <a:gd name="connsiteX2" fmla="*/ 0 w 1415582"/>
              <a:gd name="connsiteY2" fmla="*/ 0 h 339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5582" h="3394128">
                <a:moveTo>
                  <a:pt x="387458" y="3394128"/>
                </a:moveTo>
                <a:cubicBezTo>
                  <a:pt x="931190" y="2599840"/>
                  <a:pt x="1474922" y="1805552"/>
                  <a:pt x="1410346" y="1239864"/>
                </a:cubicBezTo>
                <a:cubicBezTo>
                  <a:pt x="1345770" y="674176"/>
                  <a:pt x="672885" y="33708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31C48065-7005-D5A4-5150-39DEAFE702B1}"/>
              </a:ext>
            </a:extLst>
          </p:cNvPr>
          <p:cNvGraphicFramePr>
            <a:graphicFrameLocks noGrp="1"/>
          </p:cNvGraphicFramePr>
          <p:nvPr/>
        </p:nvGraphicFramePr>
        <p:xfrm>
          <a:off x="3376160" y="1839041"/>
          <a:ext cx="516613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1023">
                  <a:extLst>
                    <a:ext uri="{9D8B030D-6E8A-4147-A177-3AD203B41FA5}">
                      <a16:colId xmlns:a16="http://schemas.microsoft.com/office/drawing/2014/main" val="699108834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2989481000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3826677561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2004104519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2354912109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2142080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665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5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87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9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81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86498"/>
                  </a:ext>
                </a:extLst>
              </a:tr>
            </a:tbl>
          </a:graphicData>
        </a:graphic>
      </p:graphicFrame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A7946A8E-3281-AAC1-BFE8-CE516F15D5F4}"/>
              </a:ext>
            </a:extLst>
          </p:cNvPr>
          <p:cNvGraphicFramePr>
            <a:graphicFrameLocks noGrp="1"/>
          </p:cNvGraphicFramePr>
          <p:nvPr/>
        </p:nvGraphicFramePr>
        <p:xfrm>
          <a:off x="3376160" y="1327566"/>
          <a:ext cx="51661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023">
                  <a:extLst>
                    <a:ext uri="{9D8B030D-6E8A-4147-A177-3AD203B41FA5}">
                      <a16:colId xmlns:a16="http://schemas.microsoft.com/office/drawing/2014/main" val="950604314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3205128866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1129480771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3905903687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141836395"/>
                    </a:ext>
                  </a:extLst>
                </a:gridCol>
                <a:gridCol w="861023">
                  <a:extLst>
                    <a:ext uri="{9D8B030D-6E8A-4147-A177-3AD203B41FA5}">
                      <a16:colId xmlns:a16="http://schemas.microsoft.com/office/drawing/2014/main" val="1975268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444968"/>
                  </a:ext>
                </a:extLst>
              </a:tr>
            </a:tbl>
          </a:graphicData>
        </a:graphic>
      </p:graphicFrame>
      <p:graphicFrame>
        <p:nvGraphicFramePr>
          <p:cNvPr id="8" name="Tabla 9">
            <a:extLst>
              <a:ext uri="{FF2B5EF4-FFF2-40B4-BE49-F238E27FC236}">
                <a16:creationId xmlns:a16="http://schemas.microsoft.com/office/drawing/2014/main" id="{96BD5041-73BC-98E2-10A6-819E66242E1D}"/>
              </a:ext>
            </a:extLst>
          </p:cNvPr>
          <p:cNvGraphicFramePr>
            <a:graphicFrameLocks noGrp="1"/>
          </p:cNvGraphicFramePr>
          <p:nvPr/>
        </p:nvGraphicFramePr>
        <p:xfrm>
          <a:off x="2555776" y="1839041"/>
          <a:ext cx="64807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1938311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58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23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10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04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833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581111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208C0A1-F1F2-E19E-832C-85D0707C83CE}"/>
              </a:ext>
            </a:extLst>
          </p:cNvPr>
          <p:cNvSpPr txBox="1"/>
          <p:nvPr/>
        </p:nvSpPr>
        <p:spPr>
          <a:xfrm rot="16200000">
            <a:off x="1849183" y="2638018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Nodo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E34A7E5-90A0-FF39-DB5C-2C781AB995C3}"/>
              </a:ext>
            </a:extLst>
          </p:cNvPr>
          <p:cNvSpPr txBox="1"/>
          <p:nvPr/>
        </p:nvSpPr>
        <p:spPr>
          <a:xfrm>
            <a:off x="4427984" y="817599"/>
            <a:ext cx="1897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Conectado</a:t>
            </a:r>
            <a:r>
              <a:rPr lang="en-US" dirty="0"/>
              <a:t> a </a:t>
            </a:r>
            <a:r>
              <a:rPr lang="en-US" dirty="0" err="1"/>
              <a:t>nodo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8EC0FED-A49F-80C1-6553-8EF5FE264544}"/>
              </a:ext>
            </a:extLst>
          </p:cNvPr>
          <p:cNvSpPr txBox="1"/>
          <p:nvPr/>
        </p:nvSpPr>
        <p:spPr>
          <a:xfrm>
            <a:off x="918653" y="223374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079915E-75AF-B4BA-3E85-7AAABEF8173B}"/>
              </a:ext>
            </a:extLst>
          </p:cNvPr>
          <p:cNvSpPr txBox="1"/>
          <p:nvPr/>
        </p:nvSpPr>
        <p:spPr>
          <a:xfrm>
            <a:off x="235359" y="2949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396242-5291-921F-746D-5737C22AFBF3}"/>
              </a:ext>
            </a:extLst>
          </p:cNvPr>
          <p:cNvSpPr txBox="1"/>
          <p:nvPr/>
        </p:nvSpPr>
        <p:spPr>
          <a:xfrm>
            <a:off x="1394119" y="315554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4582CED-5282-E610-416E-2F776E688D4D}"/>
              </a:ext>
            </a:extLst>
          </p:cNvPr>
          <p:cNvSpPr txBox="1"/>
          <p:nvPr/>
        </p:nvSpPr>
        <p:spPr>
          <a:xfrm>
            <a:off x="339772" y="36450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0C254EB-3BE6-39BA-7BC2-AD4FC44B6E98}"/>
              </a:ext>
            </a:extLst>
          </p:cNvPr>
          <p:cNvSpPr txBox="1"/>
          <p:nvPr/>
        </p:nvSpPr>
        <p:spPr>
          <a:xfrm>
            <a:off x="966424" y="42761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1493081-6234-2169-2F30-A21135B5F427}"/>
              </a:ext>
            </a:extLst>
          </p:cNvPr>
          <p:cNvSpPr txBox="1"/>
          <p:nvPr/>
        </p:nvSpPr>
        <p:spPr>
          <a:xfrm>
            <a:off x="966424" y="495945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E011652-2B89-6EA7-B949-ADFDA65C7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36891"/>
              </p:ext>
            </p:extLst>
          </p:nvPr>
        </p:nvGraphicFramePr>
        <p:xfrm>
          <a:off x="1843938" y="4460834"/>
          <a:ext cx="7065150" cy="1828800"/>
        </p:xfrm>
        <a:graphic>
          <a:graphicData uri="http://schemas.openxmlformats.org/drawingml/2006/table">
            <a:tbl>
              <a:tblPr/>
              <a:tblGrid>
                <a:gridCol w="1413030">
                  <a:extLst>
                    <a:ext uri="{9D8B030D-6E8A-4147-A177-3AD203B41FA5}">
                      <a16:colId xmlns:a16="http://schemas.microsoft.com/office/drawing/2014/main" val="2637335266"/>
                    </a:ext>
                  </a:extLst>
                </a:gridCol>
                <a:gridCol w="1413030">
                  <a:extLst>
                    <a:ext uri="{9D8B030D-6E8A-4147-A177-3AD203B41FA5}">
                      <a16:colId xmlns:a16="http://schemas.microsoft.com/office/drawing/2014/main" val="3813719732"/>
                    </a:ext>
                  </a:extLst>
                </a:gridCol>
                <a:gridCol w="1413030">
                  <a:extLst>
                    <a:ext uri="{9D8B030D-6E8A-4147-A177-3AD203B41FA5}">
                      <a16:colId xmlns:a16="http://schemas.microsoft.com/office/drawing/2014/main" val="2772622797"/>
                    </a:ext>
                  </a:extLst>
                </a:gridCol>
                <a:gridCol w="1413030">
                  <a:extLst>
                    <a:ext uri="{9D8B030D-6E8A-4147-A177-3AD203B41FA5}">
                      <a16:colId xmlns:a16="http://schemas.microsoft.com/office/drawing/2014/main" val="2104911241"/>
                    </a:ext>
                  </a:extLst>
                </a:gridCol>
                <a:gridCol w="1413030">
                  <a:extLst>
                    <a:ext uri="{9D8B030D-6E8A-4147-A177-3AD203B41FA5}">
                      <a16:colId xmlns:a16="http://schemas.microsoft.com/office/drawing/2014/main" val="3133529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Camino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Secuencia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campo1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Resultado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8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1-2-3-4-…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procesa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53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reinicia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924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procesa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4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termina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933709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311B7C4-AF9A-E3A1-382F-69231513F430}"/>
              </a:ext>
            </a:extLst>
          </p:cNvPr>
          <p:cNvSpPr txBox="1"/>
          <p:nvPr/>
        </p:nvSpPr>
        <p:spPr>
          <a:xfrm>
            <a:off x="1786330" y="64233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“estos caminos se convierten en </a:t>
            </a:r>
            <a:r>
              <a:rPr lang="es-ES" b="1" dirty="0" err="1"/>
              <a:t>tests</a:t>
            </a:r>
            <a:r>
              <a:rPr lang="es-ES" b="1" dirty="0"/>
              <a:t>”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59235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84634" y="-310382"/>
            <a:ext cx="7886700" cy="1325563"/>
          </a:xfrm>
        </p:spPr>
        <p:txBody>
          <a:bodyPr/>
          <a:lstStyle/>
          <a:p>
            <a:r>
              <a:rPr lang="es-CO" dirty="0"/>
              <a:t>Gráficos de Flujo para Pruebas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857798" y="803114"/>
            <a:ext cx="7416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El gráfico de flujo muestra el flujo de control lógico del software.</a:t>
            </a:r>
            <a:endParaRPr lang="en-U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1640352-EB04-0428-E716-BCED25676897}"/>
              </a:ext>
            </a:extLst>
          </p:cNvPr>
          <p:cNvSpPr/>
          <p:nvPr/>
        </p:nvSpPr>
        <p:spPr>
          <a:xfrm>
            <a:off x="1849506" y="1385717"/>
            <a:ext cx="484979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E7B9CA4-ED94-1BB5-EC66-0B60FA1CE34C}"/>
              </a:ext>
            </a:extLst>
          </p:cNvPr>
          <p:cNvSpPr/>
          <p:nvPr/>
        </p:nvSpPr>
        <p:spPr>
          <a:xfrm>
            <a:off x="6582978" y="3608293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2E25FA8-3D90-89A8-D2A0-F0EB12942BDD}"/>
              </a:ext>
            </a:extLst>
          </p:cNvPr>
          <p:cNvSpPr/>
          <p:nvPr/>
        </p:nvSpPr>
        <p:spPr>
          <a:xfrm>
            <a:off x="6553105" y="4306330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C93ED90-8886-7816-8A3A-3D15BE52A46C}"/>
              </a:ext>
            </a:extLst>
          </p:cNvPr>
          <p:cNvSpPr/>
          <p:nvPr/>
        </p:nvSpPr>
        <p:spPr>
          <a:xfrm>
            <a:off x="6516878" y="5647441"/>
            <a:ext cx="454865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4C7E706E-70F4-AAFB-D4D8-0234F0EF251A}"/>
              </a:ext>
            </a:extLst>
          </p:cNvPr>
          <p:cNvSpPr/>
          <p:nvPr/>
        </p:nvSpPr>
        <p:spPr>
          <a:xfrm>
            <a:off x="6581607" y="3018987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02AB8AB5-DD83-2CBD-2593-7BE77EF8AB9B}"/>
              </a:ext>
            </a:extLst>
          </p:cNvPr>
          <p:cNvSpPr/>
          <p:nvPr/>
        </p:nvSpPr>
        <p:spPr>
          <a:xfrm>
            <a:off x="6581607" y="2237928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0C1EA8-4110-F147-A086-0D43F1B9E0DE}"/>
              </a:ext>
            </a:extLst>
          </p:cNvPr>
          <p:cNvSpPr/>
          <p:nvPr/>
        </p:nvSpPr>
        <p:spPr>
          <a:xfrm>
            <a:off x="1608792" y="2042862"/>
            <a:ext cx="952414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E6C71E8-B20C-13BA-0DE7-EBEF991B91C8}"/>
              </a:ext>
            </a:extLst>
          </p:cNvPr>
          <p:cNvCxnSpPr>
            <a:cxnSpLocks/>
            <a:stCxn id="2" idx="4"/>
            <a:endCxn id="12" idx="0"/>
          </p:cNvCxnSpPr>
          <p:nvPr/>
        </p:nvCxnSpPr>
        <p:spPr>
          <a:xfrm flipH="1">
            <a:off x="2084999" y="1817758"/>
            <a:ext cx="6997" cy="225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8A8918F-2B56-5BAF-D378-DBC720ED2D0B}"/>
              </a:ext>
            </a:extLst>
          </p:cNvPr>
          <p:cNvSpPr/>
          <p:nvPr/>
        </p:nvSpPr>
        <p:spPr>
          <a:xfrm>
            <a:off x="1608791" y="3372436"/>
            <a:ext cx="936104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117C6B36-FF21-F645-A3E5-5712185AF242}"/>
              </a:ext>
            </a:extLst>
          </p:cNvPr>
          <p:cNvSpPr/>
          <p:nvPr/>
        </p:nvSpPr>
        <p:spPr>
          <a:xfrm>
            <a:off x="1608791" y="4040334"/>
            <a:ext cx="901731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5E2C547A-BB38-7389-AAFB-B4234061A18D}"/>
              </a:ext>
            </a:extLst>
          </p:cNvPr>
          <p:cNvSpPr/>
          <p:nvPr/>
        </p:nvSpPr>
        <p:spPr>
          <a:xfrm>
            <a:off x="1898286" y="6071469"/>
            <a:ext cx="281850" cy="2160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5BDD911F-0061-BCA5-03F6-FCC593504D53}"/>
              </a:ext>
            </a:extLst>
          </p:cNvPr>
          <p:cNvSpPr/>
          <p:nvPr/>
        </p:nvSpPr>
        <p:spPr>
          <a:xfrm>
            <a:off x="6553105" y="4999379"/>
            <a:ext cx="432048" cy="432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E9482ABA-2940-3966-9117-50538BC16D31}"/>
              </a:ext>
            </a:extLst>
          </p:cNvPr>
          <p:cNvCxnSpPr>
            <a:cxnSpLocks/>
            <a:stCxn id="42" idx="4"/>
            <a:endCxn id="150" idx="0"/>
          </p:cNvCxnSpPr>
          <p:nvPr/>
        </p:nvCxnSpPr>
        <p:spPr>
          <a:xfrm>
            <a:off x="6769129" y="4738371"/>
            <a:ext cx="0" cy="261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de flecha 163">
            <a:extLst>
              <a:ext uri="{FF2B5EF4-FFF2-40B4-BE49-F238E27FC236}">
                <a16:creationId xmlns:a16="http://schemas.microsoft.com/office/drawing/2014/main" id="{398B672D-CECB-1191-E9E7-B9C756480086}"/>
              </a:ext>
            </a:extLst>
          </p:cNvPr>
          <p:cNvCxnSpPr>
            <a:cxnSpLocks/>
            <a:stCxn id="150" idx="4"/>
            <a:endCxn id="45" idx="0"/>
          </p:cNvCxnSpPr>
          <p:nvPr/>
        </p:nvCxnSpPr>
        <p:spPr>
          <a:xfrm flipH="1">
            <a:off x="6744311" y="5431420"/>
            <a:ext cx="24818" cy="21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CuadroTexto 178">
            <a:extLst>
              <a:ext uri="{FF2B5EF4-FFF2-40B4-BE49-F238E27FC236}">
                <a16:creationId xmlns:a16="http://schemas.microsoft.com/office/drawing/2014/main" id="{C8365C3E-4E39-2430-AE34-CA8BEA4D531F}"/>
              </a:ext>
            </a:extLst>
          </p:cNvPr>
          <p:cNvSpPr txBox="1"/>
          <p:nvPr/>
        </p:nvSpPr>
        <p:spPr>
          <a:xfrm>
            <a:off x="883403" y="161182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4324C62F-B641-9A96-2238-C91FC0785F98}"/>
              </a:ext>
            </a:extLst>
          </p:cNvPr>
          <p:cNvSpPr txBox="1"/>
          <p:nvPr/>
        </p:nvSpPr>
        <p:spPr>
          <a:xfrm>
            <a:off x="4804475" y="173581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EF7DDD4-E829-6650-5C81-B5F0B9764235}"/>
              </a:ext>
            </a:extLst>
          </p:cNvPr>
          <p:cNvCxnSpPr>
            <a:cxnSpLocks/>
          </p:cNvCxnSpPr>
          <p:nvPr/>
        </p:nvCxnSpPr>
        <p:spPr>
          <a:xfrm>
            <a:off x="2100312" y="2420888"/>
            <a:ext cx="0" cy="280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41681D-EF25-A402-02E0-B41E4829B5B0}"/>
              </a:ext>
            </a:extLst>
          </p:cNvPr>
          <p:cNvSpPr/>
          <p:nvPr/>
        </p:nvSpPr>
        <p:spPr>
          <a:xfrm>
            <a:off x="1625102" y="2691239"/>
            <a:ext cx="936104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3A0608B-9BAC-06F3-FA8A-DBF2ABF9C99B}"/>
              </a:ext>
            </a:extLst>
          </p:cNvPr>
          <p:cNvCxnSpPr>
            <a:cxnSpLocks/>
          </p:cNvCxnSpPr>
          <p:nvPr/>
        </p:nvCxnSpPr>
        <p:spPr>
          <a:xfrm>
            <a:off x="2100312" y="3067037"/>
            <a:ext cx="0" cy="280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04BC7D7-7C7E-A11F-6365-CA1DFB88B118}"/>
              </a:ext>
            </a:extLst>
          </p:cNvPr>
          <p:cNvCxnSpPr>
            <a:cxnSpLocks/>
          </p:cNvCxnSpPr>
          <p:nvPr/>
        </p:nvCxnSpPr>
        <p:spPr>
          <a:xfrm>
            <a:off x="2076843" y="3748234"/>
            <a:ext cx="0" cy="280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EB735CB-DE93-5BFE-9A7A-9BFBA10DBCDA}"/>
              </a:ext>
            </a:extLst>
          </p:cNvPr>
          <p:cNvSpPr/>
          <p:nvPr/>
        </p:nvSpPr>
        <p:spPr>
          <a:xfrm>
            <a:off x="1588346" y="4686897"/>
            <a:ext cx="901731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B0FABFB-C53C-1804-F82B-CB002424B121}"/>
              </a:ext>
            </a:extLst>
          </p:cNvPr>
          <p:cNvCxnSpPr>
            <a:cxnSpLocks/>
          </p:cNvCxnSpPr>
          <p:nvPr/>
        </p:nvCxnSpPr>
        <p:spPr>
          <a:xfrm>
            <a:off x="2058085" y="4416132"/>
            <a:ext cx="0" cy="280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5E0EAC5-F2D4-E605-27B0-E13B5EDFF446}"/>
              </a:ext>
            </a:extLst>
          </p:cNvPr>
          <p:cNvSpPr/>
          <p:nvPr/>
        </p:nvSpPr>
        <p:spPr>
          <a:xfrm>
            <a:off x="1607220" y="5402968"/>
            <a:ext cx="901731" cy="375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F4A2819-7284-AFC0-8BAA-89F643E81D8D}"/>
              </a:ext>
            </a:extLst>
          </p:cNvPr>
          <p:cNvCxnSpPr>
            <a:cxnSpLocks/>
          </p:cNvCxnSpPr>
          <p:nvPr/>
        </p:nvCxnSpPr>
        <p:spPr>
          <a:xfrm>
            <a:off x="2100312" y="5092447"/>
            <a:ext cx="0" cy="280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FA4D76E2-CA6C-E686-A2CC-A52094C172F3}"/>
              </a:ext>
            </a:extLst>
          </p:cNvPr>
          <p:cNvCxnSpPr>
            <a:cxnSpLocks/>
          </p:cNvCxnSpPr>
          <p:nvPr/>
        </p:nvCxnSpPr>
        <p:spPr>
          <a:xfrm>
            <a:off x="2048044" y="5748485"/>
            <a:ext cx="0" cy="280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F2C9C08-ADC8-1954-D14A-77F3A65F22C4}"/>
              </a:ext>
            </a:extLst>
          </p:cNvPr>
          <p:cNvCxnSpPr>
            <a:cxnSpLocks/>
          </p:cNvCxnSpPr>
          <p:nvPr/>
        </p:nvCxnSpPr>
        <p:spPr>
          <a:xfrm flipV="1">
            <a:off x="2127960" y="3165748"/>
            <a:ext cx="1095152" cy="1463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5725E458-2DD6-5344-9B3B-54F671ECFF82}"/>
              </a:ext>
            </a:extLst>
          </p:cNvPr>
          <p:cNvCxnSpPr>
            <a:cxnSpLocks/>
          </p:cNvCxnSpPr>
          <p:nvPr/>
        </p:nvCxnSpPr>
        <p:spPr>
          <a:xfrm flipV="1">
            <a:off x="2151274" y="2495211"/>
            <a:ext cx="1095152" cy="1463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7EDBCB8D-2963-E64A-963A-A1F674186A77}"/>
              </a:ext>
            </a:extLst>
          </p:cNvPr>
          <p:cNvCxnSpPr>
            <a:cxnSpLocks/>
          </p:cNvCxnSpPr>
          <p:nvPr/>
        </p:nvCxnSpPr>
        <p:spPr>
          <a:xfrm flipV="1">
            <a:off x="3223112" y="2482228"/>
            <a:ext cx="23314" cy="72257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3BDB4FDA-F9C4-BD02-96A1-44FF8DF714D1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 flipH="1">
            <a:off x="6769129" y="4040334"/>
            <a:ext cx="29873" cy="265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812282F6-B992-C6C4-11E1-8B22219495EA}"/>
              </a:ext>
            </a:extLst>
          </p:cNvPr>
          <p:cNvCxnSpPr>
            <a:cxnSpLocks/>
            <a:stCxn id="61" idx="4"/>
            <a:endCxn id="41" idx="0"/>
          </p:cNvCxnSpPr>
          <p:nvPr/>
        </p:nvCxnSpPr>
        <p:spPr>
          <a:xfrm>
            <a:off x="6797631" y="3451028"/>
            <a:ext cx="1371" cy="157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1062BE39-CC14-8363-9E44-301FE26E04C4}"/>
              </a:ext>
            </a:extLst>
          </p:cNvPr>
          <p:cNvCxnSpPr>
            <a:cxnSpLocks/>
            <a:stCxn id="70" idx="4"/>
            <a:endCxn id="61" idx="0"/>
          </p:cNvCxnSpPr>
          <p:nvPr/>
        </p:nvCxnSpPr>
        <p:spPr>
          <a:xfrm>
            <a:off x="6797631" y="2669969"/>
            <a:ext cx="0" cy="349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orma libre 96">
            <a:extLst>
              <a:ext uri="{FF2B5EF4-FFF2-40B4-BE49-F238E27FC236}">
                <a16:creationId xmlns:a16="http://schemas.microsoft.com/office/drawing/2014/main" id="{2425490B-2ED3-5936-28C2-61731D3CD8CF}"/>
              </a:ext>
            </a:extLst>
          </p:cNvPr>
          <p:cNvSpPr/>
          <p:nvPr/>
        </p:nvSpPr>
        <p:spPr>
          <a:xfrm>
            <a:off x="6971743" y="3268256"/>
            <a:ext cx="555240" cy="531790"/>
          </a:xfrm>
          <a:custGeom>
            <a:avLst/>
            <a:gdLst>
              <a:gd name="connsiteX0" fmla="*/ 387458 w 1415582"/>
              <a:gd name="connsiteY0" fmla="*/ 3394128 h 3394128"/>
              <a:gd name="connsiteX1" fmla="*/ 1410346 w 1415582"/>
              <a:gd name="connsiteY1" fmla="*/ 1239864 h 3394128"/>
              <a:gd name="connsiteX2" fmla="*/ 0 w 1415582"/>
              <a:gd name="connsiteY2" fmla="*/ 0 h 339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5582" h="3394128">
                <a:moveTo>
                  <a:pt x="387458" y="3394128"/>
                </a:moveTo>
                <a:cubicBezTo>
                  <a:pt x="931190" y="2599840"/>
                  <a:pt x="1474922" y="1805552"/>
                  <a:pt x="1410346" y="1239864"/>
                </a:cubicBezTo>
                <a:cubicBezTo>
                  <a:pt x="1345770" y="674176"/>
                  <a:pt x="672885" y="33708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Imagen 1">
            <a:extLst>
              <a:ext uri="{FF2B5EF4-FFF2-40B4-BE49-F238E27FC236}">
                <a16:creationId xmlns:a16="http://schemas.microsoft.com/office/drawing/2014/main" id="{BD7134BB-9EBA-8F4C-93D1-E0627BD66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6420</TotalTime>
  <Words>481</Words>
  <Application>Microsoft Office PowerPoint</Application>
  <PresentationFormat>Presentación en pantalla (4:3)</PresentationFormat>
  <Paragraphs>162</Paragraphs>
  <Slides>10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Presentación de PowerPoint</vt:lpstr>
      <vt:lpstr>Gráfico de Flujo para Pruebas</vt:lpstr>
      <vt:lpstr>Gráfico de Flujo para Pruebas</vt:lpstr>
      <vt:lpstr>Gráfico de Flujo para Pruebas</vt:lpstr>
      <vt:lpstr>¿Para que usamos Grafos en Pruebas?</vt:lpstr>
      <vt:lpstr>Gráficos para Pruebas</vt:lpstr>
      <vt:lpstr>Gráficos para Pruebas</vt:lpstr>
      <vt:lpstr>Grafo para Pruebas</vt:lpstr>
      <vt:lpstr>Gráficos de Flujo para Pruebas</vt:lpstr>
      <vt:lpstr>Presentación de PowerPoint</vt:lpstr>
    </vt:vector>
  </TitlesOfParts>
  <Company>UdeM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Liliana Gonzalez Palacio</dc:creator>
  <cp:lastModifiedBy>Gabriel Mauricio Ramírez Villegas</cp:lastModifiedBy>
  <cp:revision>84</cp:revision>
  <dcterms:created xsi:type="dcterms:W3CDTF">2012-08-10T19:33:56Z</dcterms:created>
  <dcterms:modified xsi:type="dcterms:W3CDTF">2026-02-18T23:11:43Z</dcterms:modified>
</cp:coreProperties>
</file>